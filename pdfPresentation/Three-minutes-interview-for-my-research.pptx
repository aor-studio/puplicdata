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6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0" y="1700809"/>
            <a:ext cx="10363200" cy="1470025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chemeClr val="accent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dirty="0"/>
              <a:t>&lt;Title of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talk</a:t>
            </a:r>
            <a:r>
              <a:rPr lang="de-DE" dirty="0"/>
              <a:t>&gt;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3348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&lt;Meeting </a:t>
            </a:r>
            <a:r>
              <a:rPr lang="de-DE" err="1"/>
              <a:t>purpose</a:t>
            </a:r>
            <a:r>
              <a:rPr lang="de-DE"/>
              <a:t>&gt;</a:t>
            </a:r>
          </a:p>
        </p:txBody>
      </p:sp>
      <p:sp>
        <p:nvSpPr>
          <p:cNvPr id="30" name="Untertitel 2"/>
          <p:cNvSpPr txBox="1">
            <a:spLocks/>
          </p:cNvSpPr>
          <p:nvPr userDrawn="1"/>
        </p:nvSpPr>
        <p:spPr>
          <a:xfrm>
            <a:off x="1841377" y="4214056"/>
            <a:ext cx="8534400" cy="334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60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1885227" y="5003392"/>
            <a:ext cx="8534400" cy="330609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e-DE"/>
              <a:t>&lt;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name</a:t>
            </a:r>
            <a:r>
              <a:rPr lang="de-DE"/>
              <a:t>&gt;</a:t>
            </a:r>
          </a:p>
        </p:txBody>
      </p:sp>
      <p:sp>
        <p:nvSpPr>
          <p:cNvPr id="31" name="Textplatzhalt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1841377" y="4260912"/>
            <a:ext cx="8534400" cy="288032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e-DE" sz="1600">
                <a:solidFill>
                  <a:schemeClr val="bg1">
                    <a:lumMod val="65000"/>
                  </a:schemeClr>
                </a:solidFill>
              </a:rPr>
              <a:t>(&lt;</a:t>
            </a:r>
            <a:r>
              <a:rPr lang="de-DE" sz="1600" err="1">
                <a:solidFill>
                  <a:schemeClr val="bg1">
                    <a:lumMod val="65000"/>
                  </a:schemeClr>
                </a:solidFill>
              </a:rPr>
              <a:t>Presentation</a:t>
            </a:r>
            <a:r>
              <a:rPr lang="de-DE" sz="1600" baseline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1600" baseline="0" err="1">
                <a:solidFill>
                  <a:schemeClr val="bg1">
                    <a:lumMod val="65000"/>
                  </a:schemeClr>
                </a:solidFill>
              </a:rPr>
              <a:t>date</a:t>
            </a:r>
            <a:r>
              <a:rPr lang="de-DE" sz="1600">
                <a:solidFill>
                  <a:schemeClr val="bg1">
                    <a:lumMod val="65000"/>
                  </a:schemeClr>
                </a:solidFill>
              </a:rPr>
              <a:t>&gt;)</a:t>
            </a:r>
          </a:p>
        </p:txBody>
      </p:sp>
      <p:sp>
        <p:nvSpPr>
          <p:cNvPr id="26" name="Rectangle 8"/>
          <p:cNvSpPr>
            <a:spLocks noChangeArrowheads="1"/>
          </p:cNvSpPr>
          <p:nvPr userDrawn="1"/>
        </p:nvSpPr>
        <p:spPr bwMode="auto">
          <a:xfrm>
            <a:off x="0" y="6781800"/>
            <a:ext cx="12192000" cy="76200"/>
          </a:xfrm>
          <a:prstGeom prst="rect">
            <a:avLst/>
          </a:prstGeom>
          <a:solidFill>
            <a:schemeClr val="accent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>
              <a:solidFill>
                <a:srgbClr val="000000"/>
              </a:solidFill>
              <a:ea typeface="ＭＳ Ｐゴシック" pitchFamily="1" charset="-128"/>
            </a:endParaRPr>
          </a:p>
        </p:txBody>
      </p:sp>
      <p:sp>
        <p:nvSpPr>
          <p:cNvPr id="8" name="Rectangle 12"/>
          <p:cNvSpPr>
            <a:spLocks noChangeArrowheads="1"/>
          </p:cNvSpPr>
          <p:nvPr userDrawn="1"/>
        </p:nvSpPr>
        <p:spPr bwMode="auto">
          <a:xfrm>
            <a:off x="5181600" y="6165304"/>
            <a:ext cx="4470400" cy="616496"/>
          </a:xfrm>
          <a:prstGeom prst="rect">
            <a:avLst/>
          </a:prstGeom>
          <a:solidFill>
            <a:srgbClr val="00335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>
              <a:solidFill>
                <a:srgbClr val="000000"/>
              </a:solidFill>
              <a:ea typeface="ＭＳ Ｐゴシック" pitchFamily="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363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473427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74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>
            <a:normAutofit/>
          </a:bodyPr>
          <a:lstStyle>
            <a:lvl1pPr algn="l">
              <a:defRPr sz="32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3582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20403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73078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5163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43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3070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8928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332340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072742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7011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ext Stand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>
            <a:spLocks noChangeArrowheads="1"/>
          </p:cNvSpPr>
          <p:nvPr userDrawn="1"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Rechteck 11"/>
          <p:cNvSpPr>
            <a:spLocks noChangeArrowheads="1"/>
          </p:cNvSpPr>
          <p:nvPr userDrawn="1"/>
        </p:nvSpPr>
        <p:spPr bwMode="auto">
          <a:xfrm>
            <a:off x="-7528" y="-1484"/>
            <a:ext cx="12199528" cy="1001592"/>
          </a:xfrm>
          <a:prstGeom prst="rect">
            <a:avLst/>
          </a:prstGeom>
          <a:solidFill>
            <a:srgbClr val="00747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001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buNone/>
              <a:defRPr kumimoji="0" lang="de-DE" sz="3600" b="0" kern="1200" cap="none" baseline="0" dirty="0" smtClean="0">
                <a:solidFill>
                  <a:srgbClr val="FFFFFF"/>
                </a:solidFill>
                <a:latin typeface="Humnst777 BT" pitchFamily="34" charset="0"/>
                <a:ea typeface="+mj-ea"/>
                <a:cs typeface="+mj-cs"/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0" y="1000108"/>
            <a:ext cx="11988800" cy="55565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Clr>
                <a:srgbClr val="FF7900"/>
              </a:buClr>
              <a:buFont typeface="Wingdings" pitchFamily="2" charset="2"/>
              <a:buNone/>
              <a:defRPr kumimoji="0" lang="de-DE" sz="3200" b="1" kern="1200" dirty="0" smtClean="0">
                <a:solidFill>
                  <a:srgbClr val="FF7900"/>
                </a:solidFill>
                <a:latin typeface="Humnst777 BT" pitchFamily="34" charset="0"/>
                <a:ea typeface="+mn-ea"/>
                <a:cs typeface="+mn-cs"/>
              </a:defRPr>
            </a:lvl1pPr>
            <a:lvl2pPr marL="548640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7900"/>
              </a:buClr>
              <a:buSzPct val="70000"/>
              <a:buFont typeface="Wingdings 3" pitchFamily="18" charset="2"/>
              <a:buChar char=""/>
              <a:defRPr kumimoji="0" lang="de-DE" sz="2200" kern="1200" dirty="0" smtClean="0">
                <a:solidFill>
                  <a:schemeClr val="tx1"/>
                </a:solidFill>
                <a:latin typeface="Humnst777 BT" pitchFamily="34" charset="0"/>
                <a:ea typeface="+mn-ea"/>
                <a:cs typeface="+mn-cs"/>
              </a:defRPr>
            </a:lvl2pPr>
            <a:lvl3pPr marL="822960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7900"/>
              </a:buClr>
              <a:buSzPct val="75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Humnst777 BT" pitchFamily="34" charset="0"/>
              </a:defRPr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marL="548640" lvl="1" indent="-27432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7900"/>
              </a:buClr>
              <a:buSzPct val="70000"/>
              <a:buFont typeface="Wingdings 3" pitchFamily="18" charset="2"/>
              <a:buChar char=""/>
            </a:pPr>
            <a:r>
              <a:rPr lang="de-DE"/>
              <a:t>Zweite Ebene</a:t>
            </a:r>
          </a:p>
          <a:p>
            <a:pPr marL="822960" lvl="2" indent="-22860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7900"/>
              </a:buClr>
              <a:buSzPct val="75000"/>
              <a:buFont typeface="Wingdings" pitchFamily="2" charset="2"/>
              <a:buChar char="§"/>
            </a:pPr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Bildplatzhalter 17"/>
          <p:cNvSpPr>
            <a:spLocks noGrp="1"/>
          </p:cNvSpPr>
          <p:nvPr>
            <p:ph type="pic" sz="quarter" idx="15"/>
          </p:nvPr>
        </p:nvSpPr>
        <p:spPr>
          <a:xfrm>
            <a:off x="6384032" y="2492896"/>
            <a:ext cx="5280587" cy="3024336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7" name="Rechteck 16"/>
          <p:cNvSpPr>
            <a:spLocks noChangeArrowheads="1"/>
          </p:cNvSpPr>
          <p:nvPr userDrawn="1"/>
        </p:nvSpPr>
        <p:spPr bwMode="auto">
          <a:xfrm>
            <a:off x="0" y="6555014"/>
            <a:ext cx="12192000" cy="309563"/>
          </a:xfrm>
          <a:prstGeom prst="rect">
            <a:avLst/>
          </a:prstGeom>
          <a:solidFill>
            <a:srgbClr val="00747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Fußzeilenplatzhalter 4"/>
          <p:cNvSpPr txBox="1">
            <a:spLocks/>
          </p:cNvSpPr>
          <p:nvPr userDrawn="1"/>
        </p:nvSpPr>
        <p:spPr>
          <a:xfrm>
            <a:off x="1145083" y="6556672"/>
            <a:ext cx="2667019" cy="365760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Palatino Linotype" pitchFamily="18" charset="0"/>
              </a:defRPr>
            </a:lvl1pPr>
          </a:lstStyle>
          <a:p>
            <a:pPr>
              <a:defRPr/>
            </a:pPr>
            <a:r>
              <a:rPr lang="de-DE" sz="1200">
                <a:solidFill>
                  <a:srgbClr val="FFFFFF"/>
                </a:solidFill>
                <a:latin typeface="Humnst777 BT" pitchFamily="34" charset="0"/>
              </a:rPr>
              <a:t>SSE </a:t>
            </a:r>
            <a:endParaRPr lang="de-DE" sz="1050">
              <a:solidFill>
                <a:srgbClr val="FFFFFF"/>
              </a:solidFill>
              <a:latin typeface="Humnst777 BT" pitchFamily="34" charset="0"/>
            </a:endParaRPr>
          </a:p>
        </p:txBody>
      </p:sp>
      <p:grpSp>
        <p:nvGrpSpPr>
          <p:cNvPr id="23" name="Gruppieren 19"/>
          <p:cNvGrpSpPr/>
          <p:nvPr userDrawn="1"/>
        </p:nvGrpSpPr>
        <p:grpSpPr>
          <a:xfrm>
            <a:off x="841126" y="6590640"/>
            <a:ext cx="282613" cy="214314"/>
            <a:chOff x="2574925" y="2992438"/>
            <a:chExt cx="854075" cy="866775"/>
          </a:xfrm>
        </p:grpSpPr>
        <p:sp>
          <p:nvSpPr>
            <p:cNvPr id="24" name="Freeform 12"/>
            <p:cNvSpPr>
              <a:spLocks/>
            </p:cNvSpPr>
            <p:nvPr userDrawn="1"/>
          </p:nvSpPr>
          <p:spPr bwMode="auto">
            <a:xfrm>
              <a:off x="2574925" y="2992438"/>
              <a:ext cx="854075" cy="866775"/>
            </a:xfrm>
            <a:custGeom>
              <a:avLst/>
              <a:gdLst/>
              <a:ahLst/>
              <a:cxnLst>
                <a:cxn ang="0">
                  <a:pos x="538" y="273"/>
                </a:cxn>
                <a:cxn ang="0">
                  <a:pos x="536" y="307"/>
                </a:cxn>
                <a:cxn ang="0">
                  <a:pos x="530" y="340"/>
                </a:cxn>
                <a:cxn ang="0">
                  <a:pos x="520" y="371"/>
                </a:cxn>
                <a:cxn ang="0">
                  <a:pos x="507" y="401"/>
                </a:cxn>
                <a:cxn ang="0">
                  <a:pos x="490" y="429"/>
                </a:cxn>
                <a:cxn ang="0">
                  <a:pos x="470" y="454"/>
                </a:cxn>
                <a:cxn ang="0">
                  <a:pos x="448" y="477"/>
                </a:cxn>
                <a:cxn ang="0">
                  <a:pos x="423" y="497"/>
                </a:cxn>
                <a:cxn ang="0">
                  <a:pos x="396" y="514"/>
                </a:cxn>
                <a:cxn ang="0">
                  <a:pos x="366" y="528"/>
                </a:cxn>
                <a:cxn ang="0">
                  <a:pos x="335" y="538"/>
                </a:cxn>
                <a:cxn ang="0">
                  <a:pos x="303" y="544"/>
                </a:cxn>
                <a:cxn ang="0">
                  <a:pos x="269" y="546"/>
                </a:cxn>
                <a:cxn ang="0">
                  <a:pos x="235" y="544"/>
                </a:cxn>
                <a:cxn ang="0">
                  <a:pos x="203" y="538"/>
                </a:cxn>
                <a:cxn ang="0">
                  <a:pos x="172" y="528"/>
                </a:cxn>
                <a:cxn ang="0">
                  <a:pos x="143" y="514"/>
                </a:cxn>
                <a:cxn ang="0">
                  <a:pos x="115" y="497"/>
                </a:cxn>
                <a:cxn ang="0">
                  <a:pos x="91" y="477"/>
                </a:cxn>
                <a:cxn ang="0">
                  <a:pos x="68" y="454"/>
                </a:cxn>
                <a:cxn ang="0">
                  <a:pos x="48" y="429"/>
                </a:cxn>
                <a:cxn ang="0">
                  <a:pos x="32" y="401"/>
                </a:cxn>
                <a:cxn ang="0">
                  <a:pos x="19" y="371"/>
                </a:cxn>
                <a:cxn ang="0">
                  <a:pos x="9" y="340"/>
                </a:cxn>
                <a:cxn ang="0">
                  <a:pos x="2" y="307"/>
                </a:cxn>
                <a:cxn ang="0">
                  <a:pos x="0" y="273"/>
                </a:cxn>
                <a:cxn ang="0">
                  <a:pos x="2" y="239"/>
                </a:cxn>
                <a:cxn ang="0">
                  <a:pos x="9" y="206"/>
                </a:cxn>
                <a:cxn ang="0">
                  <a:pos x="19" y="174"/>
                </a:cxn>
                <a:cxn ang="0">
                  <a:pos x="32" y="145"/>
                </a:cxn>
                <a:cxn ang="0">
                  <a:pos x="48" y="117"/>
                </a:cxn>
                <a:cxn ang="0">
                  <a:pos x="68" y="92"/>
                </a:cxn>
                <a:cxn ang="0">
                  <a:pos x="91" y="69"/>
                </a:cxn>
                <a:cxn ang="0">
                  <a:pos x="115" y="49"/>
                </a:cxn>
                <a:cxn ang="0">
                  <a:pos x="143" y="32"/>
                </a:cxn>
                <a:cxn ang="0">
                  <a:pos x="172" y="19"/>
                </a:cxn>
                <a:cxn ang="0">
                  <a:pos x="203" y="9"/>
                </a:cxn>
                <a:cxn ang="0">
                  <a:pos x="235" y="2"/>
                </a:cxn>
                <a:cxn ang="0">
                  <a:pos x="269" y="0"/>
                </a:cxn>
                <a:cxn ang="0">
                  <a:pos x="303" y="2"/>
                </a:cxn>
                <a:cxn ang="0">
                  <a:pos x="335" y="9"/>
                </a:cxn>
                <a:cxn ang="0">
                  <a:pos x="366" y="19"/>
                </a:cxn>
                <a:cxn ang="0">
                  <a:pos x="396" y="32"/>
                </a:cxn>
                <a:cxn ang="0">
                  <a:pos x="423" y="49"/>
                </a:cxn>
                <a:cxn ang="0">
                  <a:pos x="448" y="69"/>
                </a:cxn>
                <a:cxn ang="0">
                  <a:pos x="470" y="92"/>
                </a:cxn>
                <a:cxn ang="0">
                  <a:pos x="490" y="117"/>
                </a:cxn>
                <a:cxn ang="0">
                  <a:pos x="507" y="145"/>
                </a:cxn>
                <a:cxn ang="0">
                  <a:pos x="520" y="174"/>
                </a:cxn>
                <a:cxn ang="0">
                  <a:pos x="530" y="206"/>
                </a:cxn>
                <a:cxn ang="0">
                  <a:pos x="536" y="239"/>
                </a:cxn>
                <a:cxn ang="0">
                  <a:pos x="538" y="273"/>
                </a:cxn>
              </a:cxnLst>
              <a:rect l="0" t="0" r="r" b="b"/>
              <a:pathLst>
                <a:path w="538" h="546">
                  <a:moveTo>
                    <a:pt x="538" y="273"/>
                  </a:moveTo>
                  <a:lnTo>
                    <a:pt x="536" y="307"/>
                  </a:lnTo>
                  <a:lnTo>
                    <a:pt x="530" y="340"/>
                  </a:lnTo>
                  <a:lnTo>
                    <a:pt x="520" y="371"/>
                  </a:lnTo>
                  <a:lnTo>
                    <a:pt x="507" y="401"/>
                  </a:lnTo>
                  <a:lnTo>
                    <a:pt x="490" y="429"/>
                  </a:lnTo>
                  <a:lnTo>
                    <a:pt x="470" y="454"/>
                  </a:lnTo>
                  <a:lnTo>
                    <a:pt x="448" y="477"/>
                  </a:lnTo>
                  <a:lnTo>
                    <a:pt x="423" y="497"/>
                  </a:lnTo>
                  <a:lnTo>
                    <a:pt x="396" y="514"/>
                  </a:lnTo>
                  <a:lnTo>
                    <a:pt x="366" y="528"/>
                  </a:lnTo>
                  <a:lnTo>
                    <a:pt x="335" y="538"/>
                  </a:lnTo>
                  <a:lnTo>
                    <a:pt x="303" y="544"/>
                  </a:lnTo>
                  <a:lnTo>
                    <a:pt x="269" y="546"/>
                  </a:lnTo>
                  <a:lnTo>
                    <a:pt x="235" y="544"/>
                  </a:lnTo>
                  <a:lnTo>
                    <a:pt x="203" y="538"/>
                  </a:lnTo>
                  <a:lnTo>
                    <a:pt x="172" y="528"/>
                  </a:lnTo>
                  <a:lnTo>
                    <a:pt x="143" y="514"/>
                  </a:lnTo>
                  <a:lnTo>
                    <a:pt x="115" y="497"/>
                  </a:lnTo>
                  <a:lnTo>
                    <a:pt x="91" y="477"/>
                  </a:lnTo>
                  <a:lnTo>
                    <a:pt x="68" y="454"/>
                  </a:lnTo>
                  <a:lnTo>
                    <a:pt x="48" y="429"/>
                  </a:lnTo>
                  <a:lnTo>
                    <a:pt x="32" y="401"/>
                  </a:lnTo>
                  <a:lnTo>
                    <a:pt x="19" y="371"/>
                  </a:lnTo>
                  <a:lnTo>
                    <a:pt x="9" y="340"/>
                  </a:lnTo>
                  <a:lnTo>
                    <a:pt x="2" y="307"/>
                  </a:lnTo>
                  <a:lnTo>
                    <a:pt x="0" y="273"/>
                  </a:lnTo>
                  <a:lnTo>
                    <a:pt x="2" y="239"/>
                  </a:lnTo>
                  <a:lnTo>
                    <a:pt x="9" y="206"/>
                  </a:lnTo>
                  <a:lnTo>
                    <a:pt x="19" y="174"/>
                  </a:lnTo>
                  <a:lnTo>
                    <a:pt x="32" y="145"/>
                  </a:lnTo>
                  <a:lnTo>
                    <a:pt x="48" y="117"/>
                  </a:lnTo>
                  <a:lnTo>
                    <a:pt x="68" y="92"/>
                  </a:lnTo>
                  <a:lnTo>
                    <a:pt x="91" y="69"/>
                  </a:lnTo>
                  <a:lnTo>
                    <a:pt x="115" y="49"/>
                  </a:lnTo>
                  <a:lnTo>
                    <a:pt x="143" y="32"/>
                  </a:lnTo>
                  <a:lnTo>
                    <a:pt x="172" y="19"/>
                  </a:lnTo>
                  <a:lnTo>
                    <a:pt x="203" y="9"/>
                  </a:lnTo>
                  <a:lnTo>
                    <a:pt x="235" y="2"/>
                  </a:lnTo>
                  <a:lnTo>
                    <a:pt x="269" y="0"/>
                  </a:lnTo>
                  <a:lnTo>
                    <a:pt x="303" y="2"/>
                  </a:lnTo>
                  <a:lnTo>
                    <a:pt x="335" y="9"/>
                  </a:lnTo>
                  <a:lnTo>
                    <a:pt x="366" y="19"/>
                  </a:lnTo>
                  <a:lnTo>
                    <a:pt x="396" y="32"/>
                  </a:lnTo>
                  <a:lnTo>
                    <a:pt x="423" y="49"/>
                  </a:lnTo>
                  <a:lnTo>
                    <a:pt x="448" y="69"/>
                  </a:lnTo>
                  <a:lnTo>
                    <a:pt x="470" y="92"/>
                  </a:lnTo>
                  <a:lnTo>
                    <a:pt x="490" y="117"/>
                  </a:lnTo>
                  <a:lnTo>
                    <a:pt x="507" y="145"/>
                  </a:lnTo>
                  <a:lnTo>
                    <a:pt x="520" y="174"/>
                  </a:lnTo>
                  <a:lnTo>
                    <a:pt x="530" y="206"/>
                  </a:lnTo>
                  <a:lnTo>
                    <a:pt x="536" y="239"/>
                  </a:lnTo>
                  <a:lnTo>
                    <a:pt x="538" y="273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5" name="Freeform 13"/>
            <p:cNvSpPr>
              <a:spLocks/>
            </p:cNvSpPr>
            <p:nvPr userDrawn="1"/>
          </p:nvSpPr>
          <p:spPr bwMode="auto">
            <a:xfrm>
              <a:off x="2574925" y="2992438"/>
              <a:ext cx="854075" cy="866775"/>
            </a:xfrm>
            <a:custGeom>
              <a:avLst/>
              <a:gdLst/>
              <a:ahLst/>
              <a:cxnLst>
                <a:cxn ang="0">
                  <a:pos x="538" y="273"/>
                </a:cxn>
                <a:cxn ang="0">
                  <a:pos x="536" y="307"/>
                </a:cxn>
                <a:cxn ang="0">
                  <a:pos x="530" y="340"/>
                </a:cxn>
                <a:cxn ang="0">
                  <a:pos x="520" y="371"/>
                </a:cxn>
                <a:cxn ang="0">
                  <a:pos x="507" y="401"/>
                </a:cxn>
                <a:cxn ang="0">
                  <a:pos x="490" y="429"/>
                </a:cxn>
                <a:cxn ang="0">
                  <a:pos x="470" y="454"/>
                </a:cxn>
                <a:cxn ang="0">
                  <a:pos x="448" y="477"/>
                </a:cxn>
                <a:cxn ang="0">
                  <a:pos x="423" y="497"/>
                </a:cxn>
                <a:cxn ang="0">
                  <a:pos x="396" y="514"/>
                </a:cxn>
                <a:cxn ang="0">
                  <a:pos x="366" y="528"/>
                </a:cxn>
                <a:cxn ang="0">
                  <a:pos x="335" y="538"/>
                </a:cxn>
                <a:cxn ang="0">
                  <a:pos x="303" y="544"/>
                </a:cxn>
                <a:cxn ang="0">
                  <a:pos x="269" y="546"/>
                </a:cxn>
                <a:cxn ang="0">
                  <a:pos x="235" y="544"/>
                </a:cxn>
                <a:cxn ang="0">
                  <a:pos x="203" y="538"/>
                </a:cxn>
                <a:cxn ang="0">
                  <a:pos x="172" y="528"/>
                </a:cxn>
                <a:cxn ang="0">
                  <a:pos x="143" y="514"/>
                </a:cxn>
                <a:cxn ang="0">
                  <a:pos x="115" y="497"/>
                </a:cxn>
                <a:cxn ang="0">
                  <a:pos x="91" y="477"/>
                </a:cxn>
                <a:cxn ang="0">
                  <a:pos x="68" y="454"/>
                </a:cxn>
                <a:cxn ang="0">
                  <a:pos x="48" y="429"/>
                </a:cxn>
                <a:cxn ang="0">
                  <a:pos x="32" y="401"/>
                </a:cxn>
                <a:cxn ang="0">
                  <a:pos x="19" y="371"/>
                </a:cxn>
                <a:cxn ang="0">
                  <a:pos x="9" y="340"/>
                </a:cxn>
                <a:cxn ang="0">
                  <a:pos x="2" y="307"/>
                </a:cxn>
                <a:cxn ang="0">
                  <a:pos x="0" y="273"/>
                </a:cxn>
                <a:cxn ang="0">
                  <a:pos x="2" y="239"/>
                </a:cxn>
                <a:cxn ang="0">
                  <a:pos x="9" y="206"/>
                </a:cxn>
                <a:cxn ang="0">
                  <a:pos x="19" y="174"/>
                </a:cxn>
                <a:cxn ang="0">
                  <a:pos x="32" y="145"/>
                </a:cxn>
                <a:cxn ang="0">
                  <a:pos x="48" y="117"/>
                </a:cxn>
                <a:cxn ang="0">
                  <a:pos x="68" y="92"/>
                </a:cxn>
                <a:cxn ang="0">
                  <a:pos x="91" y="69"/>
                </a:cxn>
                <a:cxn ang="0">
                  <a:pos x="115" y="49"/>
                </a:cxn>
                <a:cxn ang="0">
                  <a:pos x="143" y="32"/>
                </a:cxn>
                <a:cxn ang="0">
                  <a:pos x="172" y="19"/>
                </a:cxn>
                <a:cxn ang="0">
                  <a:pos x="203" y="9"/>
                </a:cxn>
                <a:cxn ang="0">
                  <a:pos x="235" y="2"/>
                </a:cxn>
                <a:cxn ang="0">
                  <a:pos x="269" y="0"/>
                </a:cxn>
                <a:cxn ang="0">
                  <a:pos x="303" y="2"/>
                </a:cxn>
                <a:cxn ang="0">
                  <a:pos x="335" y="9"/>
                </a:cxn>
                <a:cxn ang="0">
                  <a:pos x="366" y="19"/>
                </a:cxn>
                <a:cxn ang="0">
                  <a:pos x="396" y="32"/>
                </a:cxn>
                <a:cxn ang="0">
                  <a:pos x="423" y="49"/>
                </a:cxn>
                <a:cxn ang="0">
                  <a:pos x="448" y="69"/>
                </a:cxn>
                <a:cxn ang="0">
                  <a:pos x="470" y="92"/>
                </a:cxn>
                <a:cxn ang="0">
                  <a:pos x="490" y="117"/>
                </a:cxn>
                <a:cxn ang="0">
                  <a:pos x="507" y="145"/>
                </a:cxn>
                <a:cxn ang="0">
                  <a:pos x="520" y="174"/>
                </a:cxn>
                <a:cxn ang="0">
                  <a:pos x="530" y="206"/>
                </a:cxn>
                <a:cxn ang="0">
                  <a:pos x="536" y="239"/>
                </a:cxn>
                <a:cxn ang="0">
                  <a:pos x="538" y="273"/>
                </a:cxn>
              </a:cxnLst>
              <a:rect l="0" t="0" r="r" b="b"/>
              <a:pathLst>
                <a:path w="538" h="546">
                  <a:moveTo>
                    <a:pt x="538" y="273"/>
                  </a:moveTo>
                  <a:lnTo>
                    <a:pt x="536" y="307"/>
                  </a:lnTo>
                  <a:lnTo>
                    <a:pt x="530" y="340"/>
                  </a:lnTo>
                  <a:lnTo>
                    <a:pt x="520" y="371"/>
                  </a:lnTo>
                  <a:lnTo>
                    <a:pt x="507" y="401"/>
                  </a:lnTo>
                  <a:lnTo>
                    <a:pt x="490" y="429"/>
                  </a:lnTo>
                  <a:lnTo>
                    <a:pt x="470" y="454"/>
                  </a:lnTo>
                  <a:lnTo>
                    <a:pt x="448" y="477"/>
                  </a:lnTo>
                  <a:lnTo>
                    <a:pt x="423" y="497"/>
                  </a:lnTo>
                  <a:lnTo>
                    <a:pt x="396" y="514"/>
                  </a:lnTo>
                  <a:lnTo>
                    <a:pt x="366" y="528"/>
                  </a:lnTo>
                  <a:lnTo>
                    <a:pt x="335" y="538"/>
                  </a:lnTo>
                  <a:lnTo>
                    <a:pt x="303" y="544"/>
                  </a:lnTo>
                  <a:lnTo>
                    <a:pt x="269" y="546"/>
                  </a:lnTo>
                  <a:lnTo>
                    <a:pt x="235" y="544"/>
                  </a:lnTo>
                  <a:lnTo>
                    <a:pt x="203" y="538"/>
                  </a:lnTo>
                  <a:lnTo>
                    <a:pt x="172" y="528"/>
                  </a:lnTo>
                  <a:lnTo>
                    <a:pt x="143" y="514"/>
                  </a:lnTo>
                  <a:lnTo>
                    <a:pt x="115" y="497"/>
                  </a:lnTo>
                  <a:lnTo>
                    <a:pt x="91" y="477"/>
                  </a:lnTo>
                  <a:lnTo>
                    <a:pt x="68" y="454"/>
                  </a:lnTo>
                  <a:lnTo>
                    <a:pt x="48" y="429"/>
                  </a:lnTo>
                  <a:lnTo>
                    <a:pt x="32" y="401"/>
                  </a:lnTo>
                  <a:lnTo>
                    <a:pt x="19" y="371"/>
                  </a:lnTo>
                  <a:lnTo>
                    <a:pt x="9" y="340"/>
                  </a:lnTo>
                  <a:lnTo>
                    <a:pt x="2" y="307"/>
                  </a:lnTo>
                  <a:lnTo>
                    <a:pt x="0" y="273"/>
                  </a:lnTo>
                  <a:lnTo>
                    <a:pt x="2" y="239"/>
                  </a:lnTo>
                  <a:lnTo>
                    <a:pt x="9" y="206"/>
                  </a:lnTo>
                  <a:lnTo>
                    <a:pt x="19" y="174"/>
                  </a:lnTo>
                  <a:lnTo>
                    <a:pt x="32" y="145"/>
                  </a:lnTo>
                  <a:lnTo>
                    <a:pt x="48" y="117"/>
                  </a:lnTo>
                  <a:lnTo>
                    <a:pt x="68" y="92"/>
                  </a:lnTo>
                  <a:lnTo>
                    <a:pt x="91" y="69"/>
                  </a:lnTo>
                  <a:lnTo>
                    <a:pt x="115" y="49"/>
                  </a:lnTo>
                  <a:lnTo>
                    <a:pt x="143" y="32"/>
                  </a:lnTo>
                  <a:lnTo>
                    <a:pt x="172" y="19"/>
                  </a:lnTo>
                  <a:lnTo>
                    <a:pt x="203" y="9"/>
                  </a:lnTo>
                  <a:lnTo>
                    <a:pt x="235" y="2"/>
                  </a:lnTo>
                  <a:lnTo>
                    <a:pt x="269" y="0"/>
                  </a:lnTo>
                  <a:lnTo>
                    <a:pt x="303" y="2"/>
                  </a:lnTo>
                  <a:lnTo>
                    <a:pt x="335" y="9"/>
                  </a:lnTo>
                  <a:lnTo>
                    <a:pt x="366" y="19"/>
                  </a:lnTo>
                  <a:lnTo>
                    <a:pt x="396" y="32"/>
                  </a:lnTo>
                  <a:lnTo>
                    <a:pt x="423" y="49"/>
                  </a:lnTo>
                  <a:lnTo>
                    <a:pt x="448" y="69"/>
                  </a:lnTo>
                  <a:lnTo>
                    <a:pt x="470" y="92"/>
                  </a:lnTo>
                  <a:lnTo>
                    <a:pt x="490" y="117"/>
                  </a:lnTo>
                  <a:lnTo>
                    <a:pt x="507" y="145"/>
                  </a:lnTo>
                  <a:lnTo>
                    <a:pt x="520" y="174"/>
                  </a:lnTo>
                  <a:lnTo>
                    <a:pt x="530" y="206"/>
                  </a:lnTo>
                  <a:lnTo>
                    <a:pt x="536" y="239"/>
                  </a:lnTo>
                  <a:lnTo>
                    <a:pt x="538" y="273"/>
                  </a:lnTo>
                  <a:close/>
                </a:path>
              </a:pathLst>
            </a:custGeom>
            <a:solidFill>
              <a:srgbClr val="000065"/>
            </a:solidFill>
            <a:ln w="0">
              <a:solidFill>
                <a:srgbClr val="000065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  <p:sp>
          <p:nvSpPr>
            <p:cNvPr id="26" name="Freeform 14"/>
            <p:cNvSpPr>
              <a:spLocks noEditPoints="1"/>
            </p:cNvSpPr>
            <p:nvPr userDrawn="1"/>
          </p:nvSpPr>
          <p:spPr bwMode="auto">
            <a:xfrm>
              <a:off x="2667000" y="3128963"/>
              <a:ext cx="715963" cy="519113"/>
            </a:xfrm>
            <a:custGeom>
              <a:avLst/>
              <a:gdLst/>
              <a:ahLst/>
              <a:cxnLst>
                <a:cxn ang="0">
                  <a:pos x="18" y="194"/>
                </a:cxn>
                <a:cxn ang="0">
                  <a:pos x="82" y="99"/>
                </a:cxn>
                <a:cxn ang="0">
                  <a:pos x="50" y="104"/>
                </a:cxn>
                <a:cxn ang="0">
                  <a:pos x="51" y="97"/>
                </a:cxn>
                <a:cxn ang="0">
                  <a:pos x="116" y="59"/>
                </a:cxn>
                <a:cxn ang="0">
                  <a:pos x="156" y="18"/>
                </a:cxn>
                <a:cxn ang="0">
                  <a:pos x="190" y="0"/>
                </a:cxn>
                <a:cxn ang="0">
                  <a:pos x="207" y="11"/>
                </a:cxn>
                <a:cxn ang="0">
                  <a:pos x="160" y="72"/>
                </a:cxn>
                <a:cxn ang="0">
                  <a:pos x="220" y="68"/>
                </a:cxn>
                <a:cxn ang="0">
                  <a:pos x="213" y="73"/>
                </a:cxn>
                <a:cxn ang="0">
                  <a:pos x="200" y="76"/>
                </a:cxn>
                <a:cxn ang="0">
                  <a:pos x="148" y="86"/>
                </a:cxn>
                <a:cxn ang="0">
                  <a:pos x="97" y="161"/>
                </a:cxn>
                <a:cxn ang="0">
                  <a:pos x="56" y="262"/>
                </a:cxn>
                <a:cxn ang="0">
                  <a:pos x="58" y="277"/>
                </a:cxn>
                <a:cxn ang="0">
                  <a:pos x="104" y="253"/>
                </a:cxn>
                <a:cxn ang="0">
                  <a:pos x="221" y="137"/>
                </a:cxn>
                <a:cxn ang="0">
                  <a:pos x="276" y="36"/>
                </a:cxn>
                <a:cxn ang="0">
                  <a:pos x="281" y="40"/>
                </a:cxn>
                <a:cxn ang="0">
                  <a:pos x="259" y="80"/>
                </a:cxn>
                <a:cxn ang="0">
                  <a:pos x="227" y="149"/>
                </a:cxn>
                <a:cxn ang="0">
                  <a:pos x="254" y="152"/>
                </a:cxn>
                <a:cxn ang="0">
                  <a:pos x="322" y="117"/>
                </a:cxn>
                <a:cxn ang="0">
                  <a:pos x="349" y="130"/>
                </a:cxn>
                <a:cxn ang="0">
                  <a:pos x="340" y="176"/>
                </a:cxn>
                <a:cxn ang="0">
                  <a:pos x="307" y="248"/>
                </a:cxn>
                <a:cxn ang="0">
                  <a:pos x="297" y="281"/>
                </a:cxn>
                <a:cxn ang="0">
                  <a:pos x="318" y="273"/>
                </a:cxn>
                <a:cxn ang="0">
                  <a:pos x="351" y="250"/>
                </a:cxn>
                <a:cxn ang="0">
                  <a:pos x="368" y="236"/>
                </a:cxn>
                <a:cxn ang="0">
                  <a:pos x="396" y="215"/>
                </a:cxn>
                <a:cxn ang="0">
                  <a:pos x="426" y="215"/>
                </a:cxn>
                <a:cxn ang="0">
                  <a:pos x="397" y="264"/>
                </a:cxn>
                <a:cxn ang="0">
                  <a:pos x="325" y="318"/>
                </a:cxn>
                <a:cxn ang="0">
                  <a:pos x="274" y="321"/>
                </a:cxn>
                <a:cxn ang="0">
                  <a:pos x="249" y="287"/>
                </a:cxn>
                <a:cxn ang="0">
                  <a:pos x="264" y="219"/>
                </a:cxn>
                <a:cxn ang="0">
                  <a:pos x="281" y="184"/>
                </a:cxn>
                <a:cxn ang="0">
                  <a:pos x="190" y="246"/>
                </a:cxn>
                <a:cxn ang="0">
                  <a:pos x="171" y="302"/>
                </a:cxn>
                <a:cxn ang="0">
                  <a:pos x="157" y="325"/>
                </a:cxn>
                <a:cxn ang="0">
                  <a:pos x="161" y="295"/>
                </a:cxn>
                <a:cxn ang="0">
                  <a:pos x="153" y="275"/>
                </a:cxn>
                <a:cxn ang="0">
                  <a:pos x="75" y="323"/>
                </a:cxn>
                <a:cxn ang="0">
                  <a:pos x="26" y="318"/>
                </a:cxn>
                <a:cxn ang="0">
                  <a:pos x="0" y="275"/>
                </a:cxn>
                <a:cxn ang="0">
                  <a:pos x="425" y="171"/>
                </a:cxn>
                <a:cxn ang="0">
                  <a:pos x="433" y="150"/>
                </a:cxn>
                <a:cxn ang="0">
                  <a:pos x="451" y="162"/>
                </a:cxn>
                <a:cxn ang="0">
                  <a:pos x="443" y="177"/>
                </a:cxn>
              </a:cxnLst>
              <a:rect l="0" t="0" r="r" b="b"/>
              <a:pathLst>
                <a:path w="451" h="327">
                  <a:moveTo>
                    <a:pt x="0" y="261"/>
                  </a:moveTo>
                  <a:lnTo>
                    <a:pt x="3" y="238"/>
                  </a:lnTo>
                  <a:lnTo>
                    <a:pt x="10" y="216"/>
                  </a:lnTo>
                  <a:lnTo>
                    <a:pt x="18" y="194"/>
                  </a:lnTo>
                  <a:lnTo>
                    <a:pt x="29" y="174"/>
                  </a:lnTo>
                  <a:lnTo>
                    <a:pt x="39" y="155"/>
                  </a:lnTo>
                  <a:lnTo>
                    <a:pt x="59" y="126"/>
                  </a:lnTo>
                  <a:lnTo>
                    <a:pt x="82" y="99"/>
                  </a:lnTo>
                  <a:lnTo>
                    <a:pt x="68" y="101"/>
                  </a:lnTo>
                  <a:lnTo>
                    <a:pt x="53" y="104"/>
                  </a:lnTo>
                  <a:lnTo>
                    <a:pt x="52" y="104"/>
                  </a:lnTo>
                  <a:lnTo>
                    <a:pt x="50" y="104"/>
                  </a:lnTo>
                  <a:lnTo>
                    <a:pt x="49" y="103"/>
                  </a:lnTo>
                  <a:lnTo>
                    <a:pt x="49" y="100"/>
                  </a:lnTo>
                  <a:lnTo>
                    <a:pt x="50" y="98"/>
                  </a:lnTo>
                  <a:lnTo>
                    <a:pt x="51" y="97"/>
                  </a:lnTo>
                  <a:lnTo>
                    <a:pt x="71" y="92"/>
                  </a:lnTo>
                  <a:lnTo>
                    <a:pt x="92" y="87"/>
                  </a:lnTo>
                  <a:lnTo>
                    <a:pt x="105" y="72"/>
                  </a:lnTo>
                  <a:lnTo>
                    <a:pt x="116" y="59"/>
                  </a:lnTo>
                  <a:lnTo>
                    <a:pt x="127" y="47"/>
                  </a:lnTo>
                  <a:lnTo>
                    <a:pt x="138" y="36"/>
                  </a:lnTo>
                  <a:lnTo>
                    <a:pt x="149" y="25"/>
                  </a:lnTo>
                  <a:lnTo>
                    <a:pt x="156" y="18"/>
                  </a:lnTo>
                  <a:lnTo>
                    <a:pt x="164" y="10"/>
                  </a:lnTo>
                  <a:lnTo>
                    <a:pt x="174" y="4"/>
                  </a:lnTo>
                  <a:lnTo>
                    <a:pt x="184" y="0"/>
                  </a:lnTo>
                  <a:lnTo>
                    <a:pt x="190" y="0"/>
                  </a:lnTo>
                  <a:lnTo>
                    <a:pt x="196" y="2"/>
                  </a:lnTo>
                  <a:lnTo>
                    <a:pt x="202" y="4"/>
                  </a:lnTo>
                  <a:lnTo>
                    <a:pt x="206" y="7"/>
                  </a:lnTo>
                  <a:lnTo>
                    <a:pt x="207" y="11"/>
                  </a:lnTo>
                  <a:lnTo>
                    <a:pt x="206" y="17"/>
                  </a:lnTo>
                  <a:lnTo>
                    <a:pt x="184" y="42"/>
                  </a:lnTo>
                  <a:lnTo>
                    <a:pt x="173" y="55"/>
                  </a:lnTo>
                  <a:lnTo>
                    <a:pt x="160" y="72"/>
                  </a:lnTo>
                  <a:lnTo>
                    <a:pt x="213" y="63"/>
                  </a:lnTo>
                  <a:lnTo>
                    <a:pt x="216" y="64"/>
                  </a:lnTo>
                  <a:lnTo>
                    <a:pt x="218" y="65"/>
                  </a:lnTo>
                  <a:lnTo>
                    <a:pt x="220" y="68"/>
                  </a:lnTo>
                  <a:lnTo>
                    <a:pt x="219" y="69"/>
                  </a:lnTo>
                  <a:lnTo>
                    <a:pt x="217" y="71"/>
                  </a:lnTo>
                  <a:lnTo>
                    <a:pt x="215" y="73"/>
                  </a:lnTo>
                  <a:lnTo>
                    <a:pt x="213" y="73"/>
                  </a:lnTo>
                  <a:lnTo>
                    <a:pt x="212" y="73"/>
                  </a:lnTo>
                  <a:lnTo>
                    <a:pt x="210" y="74"/>
                  </a:lnTo>
                  <a:lnTo>
                    <a:pt x="206" y="75"/>
                  </a:lnTo>
                  <a:lnTo>
                    <a:pt x="200" y="76"/>
                  </a:lnTo>
                  <a:lnTo>
                    <a:pt x="193" y="77"/>
                  </a:lnTo>
                  <a:lnTo>
                    <a:pt x="182" y="79"/>
                  </a:lnTo>
                  <a:lnTo>
                    <a:pt x="150" y="84"/>
                  </a:lnTo>
                  <a:lnTo>
                    <a:pt x="148" y="86"/>
                  </a:lnTo>
                  <a:lnTo>
                    <a:pt x="148" y="87"/>
                  </a:lnTo>
                  <a:lnTo>
                    <a:pt x="129" y="112"/>
                  </a:lnTo>
                  <a:lnTo>
                    <a:pt x="112" y="137"/>
                  </a:lnTo>
                  <a:lnTo>
                    <a:pt x="97" y="161"/>
                  </a:lnTo>
                  <a:lnTo>
                    <a:pt x="84" y="184"/>
                  </a:lnTo>
                  <a:lnTo>
                    <a:pt x="72" y="209"/>
                  </a:lnTo>
                  <a:lnTo>
                    <a:pt x="63" y="235"/>
                  </a:lnTo>
                  <a:lnTo>
                    <a:pt x="56" y="262"/>
                  </a:lnTo>
                  <a:lnTo>
                    <a:pt x="56" y="266"/>
                  </a:lnTo>
                  <a:lnTo>
                    <a:pt x="56" y="270"/>
                  </a:lnTo>
                  <a:lnTo>
                    <a:pt x="56" y="274"/>
                  </a:lnTo>
                  <a:lnTo>
                    <a:pt x="58" y="277"/>
                  </a:lnTo>
                  <a:lnTo>
                    <a:pt x="62" y="276"/>
                  </a:lnTo>
                  <a:lnTo>
                    <a:pt x="66" y="275"/>
                  </a:lnTo>
                  <a:lnTo>
                    <a:pt x="70" y="273"/>
                  </a:lnTo>
                  <a:lnTo>
                    <a:pt x="104" y="253"/>
                  </a:lnTo>
                  <a:lnTo>
                    <a:pt x="136" y="232"/>
                  </a:lnTo>
                  <a:lnTo>
                    <a:pt x="167" y="209"/>
                  </a:lnTo>
                  <a:lnTo>
                    <a:pt x="200" y="188"/>
                  </a:lnTo>
                  <a:lnTo>
                    <a:pt x="221" y="137"/>
                  </a:lnTo>
                  <a:lnTo>
                    <a:pt x="245" y="87"/>
                  </a:lnTo>
                  <a:lnTo>
                    <a:pt x="271" y="40"/>
                  </a:lnTo>
                  <a:lnTo>
                    <a:pt x="273" y="38"/>
                  </a:lnTo>
                  <a:lnTo>
                    <a:pt x="276" y="36"/>
                  </a:lnTo>
                  <a:lnTo>
                    <a:pt x="278" y="36"/>
                  </a:lnTo>
                  <a:lnTo>
                    <a:pt x="279" y="37"/>
                  </a:lnTo>
                  <a:lnTo>
                    <a:pt x="280" y="38"/>
                  </a:lnTo>
                  <a:lnTo>
                    <a:pt x="281" y="40"/>
                  </a:lnTo>
                  <a:lnTo>
                    <a:pt x="280" y="41"/>
                  </a:lnTo>
                  <a:lnTo>
                    <a:pt x="275" y="52"/>
                  </a:lnTo>
                  <a:lnTo>
                    <a:pt x="268" y="66"/>
                  </a:lnTo>
                  <a:lnTo>
                    <a:pt x="259" y="80"/>
                  </a:lnTo>
                  <a:lnTo>
                    <a:pt x="251" y="97"/>
                  </a:lnTo>
                  <a:lnTo>
                    <a:pt x="243" y="115"/>
                  </a:lnTo>
                  <a:lnTo>
                    <a:pt x="235" y="132"/>
                  </a:lnTo>
                  <a:lnTo>
                    <a:pt x="227" y="149"/>
                  </a:lnTo>
                  <a:lnTo>
                    <a:pt x="220" y="164"/>
                  </a:lnTo>
                  <a:lnTo>
                    <a:pt x="216" y="177"/>
                  </a:lnTo>
                  <a:lnTo>
                    <a:pt x="234" y="164"/>
                  </a:lnTo>
                  <a:lnTo>
                    <a:pt x="254" y="152"/>
                  </a:lnTo>
                  <a:lnTo>
                    <a:pt x="276" y="139"/>
                  </a:lnTo>
                  <a:lnTo>
                    <a:pt x="296" y="128"/>
                  </a:lnTo>
                  <a:lnTo>
                    <a:pt x="315" y="118"/>
                  </a:lnTo>
                  <a:lnTo>
                    <a:pt x="322" y="117"/>
                  </a:lnTo>
                  <a:lnTo>
                    <a:pt x="330" y="117"/>
                  </a:lnTo>
                  <a:lnTo>
                    <a:pt x="338" y="119"/>
                  </a:lnTo>
                  <a:lnTo>
                    <a:pt x="344" y="123"/>
                  </a:lnTo>
                  <a:lnTo>
                    <a:pt x="349" y="130"/>
                  </a:lnTo>
                  <a:lnTo>
                    <a:pt x="351" y="137"/>
                  </a:lnTo>
                  <a:lnTo>
                    <a:pt x="351" y="146"/>
                  </a:lnTo>
                  <a:lnTo>
                    <a:pt x="349" y="153"/>
                  </a:lnTo>
                  <a:lnTo>
                    <a:pt x="340" y="176"/>
                  </a:lnTo>
                  <a:lnTo>
                    <a:pt x="331" y="197"/>
                  </a:lnTo>
                  <a:lnTo>
                    <a:pt x="320" y="218"/>
                  </a:lnTo>
                  <a:lnTo>
                    <a:pt x="310" y="240"/>
                  </a:lnTo>
                  <a:lnTo>
                    <a:pt x="307" y="248"/>
                  </a:lnTo>
                  <a:lnTo>
                    <a:pt x="303" y="257"/>
                  </a:lnTo>
                  <a:lnTo>
                    <a:pt x="299" y="266"/>
                  </a:lnTo>
                  <a:lnTo>
                    <a:pt x="297" y="274"/>
                  </a:lnTo>
                  <a:lnTo>
                    <a:pt x="297" y="281"/>
                  </a:lnTo>
                  <a:lnTo>
                    <a:pt x="299" y="282"/>
                  </a:lnTo>
                  <a:lnTo>
                    <a:pt x="303" y="281"/>
                  </a:lnTo>
                  <a:lnTo>
                    <a:pt x="310" y="278"/>
                  </a:lnTo>
                  <a:lnTo>
                    <a:pt x="318" y="273"/>
                  </a:lnTo>
                  <a:lnTo>
                    <a:pt x="326" y="268"/>
                  </a:lnTo>
                  <a:lnTo>
                    <a:pt x="335" y="262"/>
                  </a:lnTo>
                  <a:lnTo>
                    <a:pt x="344" y="256"/>
                  </a:lnTo>
                  <a:lnTo>
                    <a:pt x="351" y="250"/>
                  </a:lnTo>
                  <a:lnTo>
                    <a:pt x="357" y="246"/>
                  </a:lnTo>
                  <a:lnTo>
                    <a:pt x="361" y="243"/>
                  </a:lnTo>
                  <a:lnTo>
                    <a:pt x="364" y="240"/>
                  </a:lnTo>
                  <a:lnTo>
                    <a:pt x="368" y="236"/>
                  </a:lnTo>
                  <a:lnTo>
                    <a:pt x="381" y="227"/>
                  </a:lnTo>
                  <a:lnTo>
                    <a:pt x="386" y="222"/>
                  </a:lnTo>
                  <a:lnTo>
                    <a:pt x="389" y="220"/>
                  </a:lnTo>
                  <a:lnTo>
                    <a:pt x="396" y="215"/>
                  </a:lnTo>
                  <a:lnTo>
                    <a:pt x="403" y="212"/>
                  </a:lnTo>
                  <a:lnTo>
                    <a:pt x="410" y="212"/>
                  </a:lnTo>
                  <a:lnTo>
                    <a:pt x="418" y="212"/>
                  </a:lnTo>
                  <a:lnTo>
                    <a:pt x="426" y="215"/>
                  </a:lnTo>
                  <a:lnTo>
                    <a:pt x="430" y="220"/>
                  </a:lnTo>
                  <a:lnTo>
                    <a:pt x="432" y="225"/>
                  </a:lnTo>
                  <a:lnTo>
                    <a:pt x="430" y="230"/>
                  </a:lnTo>
                  <a:lnTo>
                    <a:pt x="397" y="264"/>
                  </a:lnTo>
                  <a:lnTo>
                    <a:pt x="380" y="280"/>
                  </a:lnTo>
                  <a:lnTo>
                    <a:pt x="362" y="295"/>
                  </a:lnTo>
                  <a:lnTo>
                    <a:pt x="344" y="307"/>
                  </a:lnTo>
                  <a:lnTo>
                    <a:pt x="325" y="318"/>
                  </a:lnTo>
                  <a:lnTo>
                    <a:pt x="304" y="325"/>
                  </a:lnTo>
                  <a:lnTo>
                    <a:pt x="294" y="327"/>
                  </a:lnTo>
                  <a:lnTo>
                    <a:pt x="284" y="325"/>
                  </a:lnTo>
                  <a:lnTo>
                    <a:pt x="274" y="321"/>
                  </a:lnTo>
                  <a:lnTo>
                    <a:pt x="265" y="316"/>
                  </a:lnTo>
                  <a:lnTo>
                    <a:pt x="257" y="308"/>
                  </a:lnTo>
                  <a:lnTo>
                    <a:pt x="252" y="298"/>
                  </a:lnTo>
                  <a:lnTo>
                    <a:pt x="249" y="287"/>
                  </a:lnTo>
                  <a:lnTo>
                    <a:pt x="249" y="269"/>
                  </a:lnTo>
                  <a:lnTo>
                    <a:pt x="253" y="252"/>
                  </a:lnTo>
                  <a:lnTo>
                    <a:pt x="258" y="236"/>
                  </a:lnTo>
                  <a:lnTo>
                    <a:pt x="264" y="219"/>
                  </a:lnTo>
                  <a:lnTo>
                    <a:pt x="267" y="212"/>
                  </a:lnTo>
                  <a:lnTo>
                    <a:pt x="272" y="203"/>
                  </a:lnTo>
                  <a:lnTo>
                    <a:pt x="276" y="193"/>
                  </a:lnTo>
                  <a:lnTo>
                    <a:pt x="281" y="184"/>
                  </a:lnTo>
                  <a:lnTo>
                    <a:pt x="285" y="177"/>
                  </a:lnTo>
                  <a:lnTo>
                    <a:pt x="253" y="198"/>
                  </a:lnTo>
                  <a:lnTo>
                    <a:pt x="221" y="221"/>
                  </a:lnTo>
                  <a:lnTo>
                    <a:pt x="190" y="246"/>
                  </a:lnTo>
                  <a:lnTo>
                    <a:pt x="184" y="261"/>
                  </a:lnTo>
                  <a:lnTo>
                    <a:pt x="179" y="275"/>
                  </a:lnTo>
                  <a:lnTo>
                    <a:pt x="175" y="288"/>
                  </a:lnTo>
                  <a:lnTo>
                    <a:pt x="171" y="302"/>
                  </a:lnTo>
                  <a:lnTo>
                    <a:pt x="167" y="319"/>
                  </a:lnTo>
                  <a:lnTo>
                    <a:pt x="164" y="323"/>
                  </a:lnTo>
                  <a:lnTo>
                    <a:pt x="161" y="325"/>
                  </a:lnTo>
                  <a:lnTo>
                    <a:pt x="157" y="325"/>
                  </a:lnTo>
                  <a:lnTo>
                    <a:pt x="154" y="323"/>
                  </a:lnTo>
                  <a:lnTo>
                    <a:pt x="154" y="318"/>
                  </a:lnTo>
                  <a:lnTo>
                    <a:pt x="157" y="308"/>
                  </a:lnTo>
                  <a:lnTo>
                    <a:pt x="161" y="295"/>
                  </a:lnTo>
                  <a:lnTo>
                    <a:pt x="165" y="281"/>
                  </a:lnTo>
                  <a:lnTo>
                    <a:pt x="170" y="269"/>
                  </a:lnTo>
                  <a:lnTo>
                    <a:pt x="174" y="258"/>
                  </a:lnTo>
                  <a:lnTo>
                    <a:pt x="153" y="275"/>
                  </a:lnTo>
                  <a:lnTo>
                    <a:pt x="131" y="291"/>
                  </a:lnTo>
                  <a:lnTo>
                    <a:pt x="110" y="306"/>
                  </a:lnTo>
                  <a:lnTo>
                    <a:pt x="87" y="318"/>
                  </a:lnTo>
                  <a:lnTo>
                    <a:pt x="75" y="323"/>
                  </a:lnTo>
                  <a:lnTo>
                    <a:pt x="62" y="326"/>
                  </a:lnTo>
                  <a:lnTo>
                    <a:pt x="50" y="327"/>
                  </a:lnTo>
                  <a:lnTo>
                    <a:pt x="39" y="324"/>
                  </a:lnTo>
                  <a:lnTo>
                    <a:pt x="26" y="318"/>
                  </a:lnTo>
                  <a:lnTo>
                    <a:pt x="16" y="310"/>
                  </a:lnTo>
                  <a:lnTo>
                    <a:pt x="8" y="300"/>
                  </a:lnTo>
                  <a:lnTo>
                    <a:pt x="3" y="288"/>
                  </a:lnTo>
                  <a:lnTo>
                    <a:pt x="0" y="275"/>
                  </a:lnTo>
                  <a:lnTo>
                    <a:pt x="0" y="261"/>
                  </a:lnTo>
                  <a:close/>
                  <a:moveTo>
                    <a:pt x="435" y="178"/>
                  </a:moveTo>
                  <a:lnTo>
                    <a:pt x="429" y="176"/>
                  </a:lnTo>
                  <a:lnTo>
                    <a:pt x="425" y="171"/>
                  </a:lnTo>
                  <a:lnTo>
                    <a:pt x="423" y="166"/>
                  </a:lnTo>
                  <a:lnTo>
                    <a:pt x="423" y="160"/>
                  </a:lnTo>
                  <a:lnTo>
                    <a:pt x="428" y="153"/>
                  </a:lnTo>
                  <a:lnTo>
                    <a:pt x="433" y="150"/>
                  </a:lnTo>
                  <a:lnTo>
                    <a:pt x="440" y="150"/>
                  </a:lnTo>
                  <a:lnTo>
                    <a:pt x="445" y="153"/>
                  </a:lnTo>
                  <a:lnTo>
                    <a:pt x="449" y="156"/>
                  </a:lnTo>
                  <a:lnTo>
                    <a:pt x="451" y="162"/>
                  </a:lnTo>
                  <a:lnTo>
                    <a:pt x="450" y="168"/>
                  </a:lnTo>
                  <a:lnTo>
                    <a:pt x="446" y="174"/>
                  </a:lnTo>
                  <a:lnTo>
                    <a:pt x="444" y="176"/>
                  </a:lnTo>
                  <a:lnTo>
                    <a:pt x="443" y="177"/>
                  </a:lnTo>
                  <a:lnTo>
                    <a:pt x="440" y="178"/>
                  </a:lnTo>
                  <a:lnTo>
                    <a:pt x="435" y="178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solidFill>
                  <a:srgbClr val="000000"/>
                </a:solidFill>
              </a:endParaRPr>
            </a:p>
          </p:txBody>
        </p:sp>
      </p:grp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1680000" y="6565294"/>
            <a:ext cx="8832000" cy="292706"/>
          </a:xfrm>
          <a:prstGeom prst="rect">
            <a:avLst/>
          </a:prstGeom>
        </p:spPr>
        <p:txBody>
          <a:bodyPr/>
          <a:lstStyle>
            <a:lvl1pPr>
              <a:defRPr kumimoji="0" lang="de-DE" sz="12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mnst777 BT" pitchFamily="34" charset="0"/>
                <a:ea typeface="+mn-ea"/>
                <a:cs typeface="+mn-cs"/>
              </a:defRPr>
            </a:lvl1pPr>
          </a:lstStyle>
          <a:p>
            <a:r>
              <a:t>Softwareprojekt WS2013/2014 - Einführungsveranstaltung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7"/>
          </p:nvPr>
        </p:nvSpPr>
        <p:spPr>
          <a:xfrm>
            <a:off x="11376587" y="6555014"/>
            <a:ext cx="796387" cy="309563"/>
          </a:xfrm>
          <a:prstGeom prst="rect">
            <a:avLst/>
          </a:prstGeom>
        </p:spPr>
        <p:txBody>
          <a:bodyPr/>
          <a:lstStyle>
            <a:lvl1pPr>
              <a:defRPr kumimoji="0" lang="de-DE" sz="1200" b="0" i="0" u="none" strike="noStrike" kern="1200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umnst777 BT" pitchFamily="34" charset="0"/>
                <a:ea typeface="+mn-ea"/>
                <a:cs typeface="+mn-cs"/>
              </a:defRPr>
            </a:lvl1pPr>
          </a:lstStyle>
          <a:p>
            <a:fld id="{0C1FC47C-A1D5-4C48-8F8A-F662E4441182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3845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13AAC1-C0E9-42D5-A62D-862E468AA327}" type="datetimeFigureOut">
              <a:rPr lang="en-US">
                <a:solidFill>
                  <a:srgbClr val="000000"/>
                </a:solidFill>
              </a:rPr>
              <a:pPr/>
              <a:t>2/12/2026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8B8125-54F3-461E-BDE5-9441DFBE2DE0}" type="slidenum">
              <a:rPr lang="en-US">
                <a:solidFill>
                  <a:srgbClr val="000000"/>
                </a:solidFill>
              </a:rPr>
              <a:pPr/>
              <a:t>‹Nr.›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85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2"/>
          <p:cNvSpPr>
            <a:spLocks noChangeArrowheads="1"/>
          </p:cNvSpPr>
          <p:nvPr userDrawn="1"/>
        </p:nvSpPr>
        <p:spPr bwMode="auto">
          <a:xfrm>
            <a:off x="0" y="6082402"/>
            <a:ext cx="12192000" cy="77559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>
              <a:solidFill>
                <a:schemeClr val="tx1"/>
              </a:solidFill>
              <a:ea typeface="ＭＳ Ｐゴシック" pitchFamily="1" charset="-128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03853"/>
            <a:ext cx="109728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59096"/>
            <a:ext cx="10972800" cy="5101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7" name="Gruppieren 25"/>
          <p:cNvGrpSpPr>
            <a:grpSpLocks/>
          </p:cNvGrpSpPr>
          <p:nvPr userDrawn="1"/>
        </p:nvGrpSpPr>
        <p:grpSpPr bwMode="auto">
          <a:xfrm>
            <a:off x="0" y="0"/>
            <a:ext cx="609600" cy="6082402"/>
            <a:chOff x="0" y="0"/>
            <a:chExt cx="457200" cy="5943600"/>
          </a:xfrm>
        </p:grpSpPr>
        <p:sp>
          <p:nvSpPr>
            <p:cNvPr id="8" name="Rectangle 15"/>
            <p:cNvSpPr>
              <a:spLocks noChangeArrowheads="1"/>
            </p:cNvSpPr>
            <p:nvPr userDrawn="1"/>
          </p:nvSpPr>
          <p:spPr bwMode="auto">
            <a:xfrm>
              <a:off x="0" y="0"/>
              <a:ext cx="457200" cy="5181600"/>
            </a:xfrm>
            <a:prstGeom prst="rect">
              <a:avLst/>
            </a:prstGeom>
            <a:solidFill>
              <a:srgbClr val="FF7900">
                <a:alpha val="60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 userDrawn="1"/>
          </p:nvSpPr>
          <p:spPr bwMode="auto">
            <a:xfrm>
              <a:off x="0" y="1905000"/>
              <a:ext cx="457200" cy="914400"/>
            </a:xfrm>
            <a:prstGeom prst="rect">
              <a:avLst/>
            </a:prstGeom>
            <a:solidFill>
              <a:srgbClr val="FF7900">
                <a:alpha val="99001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 userDrawn="1"/>
          </p:nvSpPr>
          <p:spPr bwMode="auto">
            <a:xfrm>
              <a:off x="0" y="2819400"/>
              <a:ext cx="457200" cy="312420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1" name="Rectangle 14"/>
            <p:cNvSpPr>
              <a:spLocks noChangeArrowheads="1"/>
            </p:cNvSpPr>
            <p:nvPr userDrawn="1"/>
          </p:nvSpPr>
          <p:spPr bwMode="auto">
            <a:xfrm>
              <a:off x="0" y="1524000"/>
              <a:ext cx="457200" cy="36576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2" name="Rectangle 16"/>
            <p:cNvSpPr>
              <a:spLocks noChangeArrowheads="1"/>
            </p:cNvSpPr>
            <p:nvPr userDrawn="1"/>
          </p:nvSpPr>
          <p:spPr bwMode="auto">
            <a:xfrm>
              <a:off x="0" y="3124200"/>
              <a:ext cx="457200" cy="76200"/>
            </a:xfrm>
            <a:prstGeom prst="rect">
              <a:avLst/>
            </a:prstGeom>
            <a:solidFill>
              <a:srgbClr val="FF7900">
                <a:alpha val="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747A"/>
                </a:solidFill>
                <a:ea typeface="ＭＳ Ｐゴシック" pitchFamily="1" charset="-128"/>
              </a:endParaRPr>
            </a:p>
          </p:txBody>
        </p:sp>
        <p:sp>
          <p:nvSpPr>
            <p:cNvPr id="13" name="Rectangle 17"/>
            <p:cNvSpPr>
              <a:spLocks noChangeArrowheads="1"/>
            </p:cNvSpPr>
            <p:nvPr userDrawn="1"/>
          </p:nvSpPr>
          <p:spPr bwMode="auto">
            <a:xfrm>
              <a:off x="0" y="381000"/>
              <a:ext cx="457200" cy="76200"/>
            </a:xfrm>
            <a:prstGeom prst="rect">
              <a:avLst/>
            </a:prstGeom>
            <a:solidFill>
              <a:srgbClr val="FF7900">
                <a:alpha val="5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747A"/>
                </a:solidFill>
                <a:ea typeface="ＭＳ Ｐゴシック" pitchFamily="1" charset="-128"/>
              </a:endParaRPr>
            </a:p>
          </p:txBody>
        </p:sp>
        <p:sp>
          <p:nvSpPr>
            <p:cNvPr id="14" name="Rectangle 18"/>
            <p:cNvSpPr>
              <a:spLocks noChangeArrowheads="1"/>
            </p:cNvSpPr>
            <p:nvPr userDrawn="1"/>
          </p:nvSpPr>
          <p:spPr bwMode="auto">
            <a:xfrm>
              <a:off x="0" y="5867400"/>
              <a:ext cx="457200" cy="76200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747A"/>
                </a:solidFill>
                <a:ea typeface="ＭＳ Ｐゴシック" pitchFamily="1" charset="-128"/>
              </a:endParaRPr>
            </a:p>
          </p:txBody>
        </p:sp>
        <p:sp>
          <p:nvSpPr>
            <p:cNvPr id="15" name="Rectangle 22"/>
            <p:cNvSpPr>
              <a:spLocks noChangeArrowheads="1"/>
            </p:cNvSpPr>
            <p:nvPr userDrawn="1"/>
          </p:nvSpPr>
          <p:spPr bwMode="auto">
            <a:xfrm>
              <a:off x="0" y="0"/>
              <a:ext cx="457200" cy="4572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6" name="Rectangle 23"/>
            <p:cNvSpPr>
              <a:spLocks noChangeArrowheads="1"/>
            </p:cNvSpPr>
            <p:nvPr userDrawn="1"/>
          </p:nvSpPr>
          <p:spPr bwMode="auto">
            <a:xfrm>
              <a:off x="0" y="1219200"/>
              <a:ext cx="457200" cy="1524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  <p:sp>
          <p:nvSpPr>
            <p:cNvPr id="17" name="Rectangle 24"/>
            <p:cNvSpPr>
              <a:spLocks noChangeArrowheads="1"/>
            </p:cNvSpPr>
            <p:nvPr userDrawn="1"/>
          </p:nvSpPr>
          <p:spPr bwMode="auto">
            <a:xfrm>
              <a:off x="0" y="5257800"/>
              <a:ext cx="457200" cy="152400"/>
            </a:xfrm>
            <a:prstGeom prst="rect">
              <a:avLst/>
            </a:prstGeom>
            <a:solidFill>
              <a:srgbClr val="FF79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en-US">
                <a:solidFill>
                  <a:srgbClr val="000000"/>
                </a:solidFill>
                <a:ea typeface="ＭＳ Ｐゴシック" pitchFamily="1" charset="-128"/>
              </a:endParaRPr>
            </a:p>
          </p:txBody>
        </p:sp>
      </p:grpSp>
      <p:sp>
        <p:nvSpPr>
          <p:cNvPr id="21" name="Fußzeilenplatzhalter 4"/>
          <p:cNvSpPr txBox="1">
            <a:spLocks noGrp="1"/>
          </p:cNvSpPr>
          <p:nvPr userDrawn="1"/>
        </p:nvSpPr>
        <p:spPr bwMode="auto">
          <a:xfrm>
            <a:off x="3489842" y="6125666"/>
            <a:ext cx="4992555" cy="69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de-DE" sz="1000" dirty="0">
                <a:solidFill>
                  <a:schemeClr val="bg1"/>
                </a:solidFill>
              </a:rPr>
              <a:t>(</a:t>
            </a:r>
            <a:fld id="{683AE010-9896-4990-86A8-A65F313402B6}" type="slidenum">
              <a:rPr lang="de-DE" sz="1000" smtClean="0">
                <a:solidFill>
                  <a:schemeClr val="bg1"/>
                </a:solidFill>
              </a:rPr>
              <a:pPr algn="ctr"/>
              <a:t>‹Nr.›</a:t>
            </a:fld>
            <a:r>
              <a:rPr lang="de-DE" sz="1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3" name="Fußzeilenplatzhalter 4"/>
          <p:cNvSpPr txBox="1">
            <a:spLocks noGrp="1"/>
          </p:cNvSpPr>
          <p:nvPr userDrawn="1"/>
        </p:nvSpPr>
        <p:spPr bwMode="auto">
          <a:xfrm>
            <a:off x="8323919" y="6226655"/>
            <a:ext cx="3815255" cy="487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sz="1200" dirty="0">
                <a:solidFill>
                  <a:schemeClr val="accent1"/>
                </a:solidFill>
              </a:rPr>
              <a:t>A</a:t>
            </a:r>
            <a:r>
              <a:rPr lang="en-US" sz="1200" dirty="0">
                <a:solidFill>
                  <a:schemeClr val="bg1"/>
                </a:solidFill>
              </a:rPr>
              <a:t>rt-therapy </a:t>
            </a:r>
            <a:r>
              <a:rPr lang="en-US" sz="1200" dirty="0">
                <a:solidFill>
                  <a:schemeClr val="accent1"/>
                </a:solidFill>
              </a:rPr>
              <a:t>O</a:t>
            </a:r>
            <a:r>
              <a:rPr lang="en-US" sz="1200" dirty="0">
                <a:solidFill>
                  <a:schemeClr val="bg1"/>
                </a:solidFill>
              </a:rPr>
              <a:t>riented </a:t>
            </a:r>
            <a:r>
              <a:rPr lang="en-US" sz="1200" dirty="0">
                <a:solidFill>
                  <a:schemeClr val="accent1"/>
                </a:solidFill>
              </a:rPr>
              <a:t>R</a:t>
            </a:r>
            <a:r>
              <a:rPr lang="en-US" sz="1200" dirty="0">
                <a:solidFill>
                  <a:schemeClr val="bg1"/>
                </a:solidFill>
              </a:rPr>
              <a:t>eengineering (</a:t>
            </a:r>
            <a:r>
              <a:rPr lang="en-US" sz="1200" dirty="0">
                <a:solidFill>
                  <a:schemeClr val="accent1"/>
                </a:solidFill>
              </a:rPr>
              <a:t>AOR</a:t>
            </a:r>
            <a:r>
              <a:rPr lang="en-US" sz="1200" dirty="0">
                <a:solidFill>
                  <a:schemeClr val="bg1"/>
                </a:solidFill>
              </a:rPr>
              <a:t>) Studio</a:t>
            </a:r>
            <a:endParaRPr lang="de-DE" sz="1200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9D1654-E7F2-2F77-F305-860A55EC959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99744" y="6160381"/>
            <a:ext cx="619712" cy="57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4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chemeClr val="accent3">
              <a:lumMod val="75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or-studio.github.io/puplicdata/pdfPoster/V8-AOR-Studio-Draft-Poster-Brazil-2026.pdf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9273D60-ED68-DFD4-0711-1F77DE26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dirty="0">
                <a:solidFill>
                  <a:schemeClr val="tx1"/>
                </a:solidFill>
              </a:rPr>
              <a:t>Entrevista de três minutos para minha pesquisa: </a:t>
            </a:r>
            <a:r>
              <a:rPr lang="en-US" sz="1800" dirty="0">
                <a:solidFill>
                  <a:schemeClr val="tx1"/>
                </a:solidFill>
              </a:rPr>
              <a:t>Three minutes interview for my research: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60F74BB-5732-0F7C-6C37-C9DDE1AD9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1166018"/>
            <a:ext cx="53848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A entrevista consiste em três perguntas simples: 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Você pode se apresentar e falar sobre sua pesquisa? Como sua pesquisa se relaciona com STEAM? 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Minha pesquisa em alemão, apresentada em formato de </a:t>
            </a:r>
            <a:r>
              <a:rPr lang="pt-BR" dirty="0">
                <a:hlinkClick r:id="rId2"/>
              </a:rPr>
              <a:t>pôster</a:t>
            </a:r>
            <a:r>
              <a:rPr lang="pt-BR" dirty="0"/>
              <a:t>, pode auxiliar sua pesquisa no Brasil? Se sim, como? 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/>
              <a:t>Você pretende visitar a Alemanha para fins de pesquisa ou turismo em seus planos futuros? Se sim, conte-nos mais sobre seus planos.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E468978-2026-B23D-45EC-F3E57887A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5599" y="1270001"/>
            <a:ext cx="5181601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interview has three simple questions: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can you introduce yourself and your research ? how your research is related to STEAM ?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Can my German research in </a:t>
            </a:r>
            <a:r>
              <a:rPr lang="en-US" dirty="0">
                <a:hlinkClick r:id="rId2"/>
              </a:rPr>
              <a:t>Poster</a:t>
            </a:r>
            <a:r>
              <a:rPr lang="en-US" dirty="0"/>
              <a:t> helps your research in Brazil , if yes how ?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do you wish to visit Germany for research or  tourist in your future plans ? If yes, tell us more about your plans ?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801253"/>
      </p:ext>
    </p:extLst>
  </p:cSld>
  <p:clrMapOvr>
    <a:masterClrMapping/>
  </p:clrMapOvr>
</p:sld>
</file>

<file path=ppt/theme/theme1.xml><?xml version="1.0" encoding="utf-8"?>
<a:theme xmlns:a="http://schemas.openxmlformats.org/drawingml/2006/main" name="5_Larissa">
  <a:themeElements>
    <a:clrScheme name="ICS">
      <a:dk1>
        <a:srgbClr val="000000"/>
      </a:dk1>
      <a:lt1>
        <a:srgbClr val="FFFFFF"/>
      </a:lt1>
      <a:dk2>
        <a:srgbClr val="FFFFFF"/>
      </a:dk2>
      <a:lt2>
        <a:srgbClr val="003359"/>
      </a:lt2>
      <a:accent1>
        <a:srgbClr val="FF7900"/>
      </a:accent1>
      <a:accent2>
        <a:srgbClr val="FFC000"/>
      </a:accent2>
      <a:accent3>
        <a:srgbClr val="FFBC7F"/>
      </a:accent3>
      <a:accent4>
        <a:srgbClr val="9E6422"/>
      </a:accent4>
      <a:accent5>
        <a:srgbClr val="B4DCDC"/>
      </a:accent5>
      <a:accent6>
        <a:srgbClr val="00747A"/>
      </a:accent6>
      <a:hlink>
        <a:srgbClr val="00747A"/>
      </a:hlink>
      <a:folHlink>
        <a:srgbClr val="78B6AB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Breitbild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ＭＳ Ｐゴシック</vt:lpstr>
      <vt:lpstr>Arial</vt:lpstr>
      <vt:lpstr>Calibri</vt:lpstr>
      <vt:lpstr>Humnst777 BT</vt:lpstr>
      <vt:lpstr>Wingdings</vt:lpstr>
      <vt:lpstr>Wingdings 3</vt:lpstr>
      <vt:lpstr>5_Larissa</vt:lpstr>
      <vt:lpstr>Entrevista de três minutos para minha pesquisa: Three minutes interview for my research: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wassim.mahfouz</dc:creator>
  <cp:lastModifiedBy>wassim.mahfouz</cp:lastModifiedBy>
  <cp:revision>1</cp:revision>
  <dcterms:created xsi:type="dcterms:W3CDTF">2026-02-13T12:46:01Z</dcterms:created>
  <dcterms:modified xsi:type="dcterms:W3CDTF">2026-02-13T12:48:09Z</dcterms:modified>
</cp:coreProperties>
</file>