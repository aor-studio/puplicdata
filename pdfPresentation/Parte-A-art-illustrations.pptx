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1645" r:id="rId2"/>
    <p:sldId id="1638" r:id="rId3"/>
    <p:sldId id="1642" r:id="rId4"/>
    <p:sldId id="163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54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>
          <a:xfrm>
            <a:off x="914400" y="1700809"/>
            <a:ext cx="10363200" cy="1470025"/>
          </a:xfrm>
        </p:spPr>
        <p:txBody>
          <a:bodyPr>
            <a:normAutofit/>
          </a:bodyPr>
          <a:lstStyle>
            <a:lvl1pPr>
              <a:defRPr sz="3200" b="1" baseline="0">
                <a:solidFill>
                  <a:schemeClr val="accent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de-DE" dirty="0"/>
              <a:t>&lt;Title of </a:t>
            </a:r>
            <a:r>
              <a:rPr lang="de-DE" dirty="0" err="1"/>
              <a:t>your</a:t>
            </a:r>
            <a:r>
              <a:rPr lang="de-DE" dirty="0"/>
              <a:t> </a:t>
            </a:r>
            <a:r>
              <a:rPr lang="de-DE" dirty="0" err="1"/>
              <a:t>talk</a:t>
            </a:r>
            <a:r>
              <a:rPr lang="de-DE" dirty="0"/>
              <a:t>&gt;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1828800" y="3886200"/>
            <a:ext cx="8534400" cy="334888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&lt;Meeting </a:t>
            </a:r>
            <a:r>
              <a:rPr lang="de-DE" err="1"/>
              <a:t>purpose</a:t>
            </a:r>
            <a:r>
              <a:rPr lang="de-DE"/>
              <a:t>&gt;</a:t>
            </a:r>
          </a:p>
        </p:txBody>
      </p:sp>
      <p:sp>
        <p:nvSpPr>
          <p:cNvPr id="30" name="Untertitel 2"/>
          <p:cNvSpPr txBox="1">
            <a:spLocks/>
          </p:cNvSpPr>
          <p:nvPr userDrawn="1"/>
        </p:nvSpPr>
        <p:spPr>
          <a:xfrm>
            <a:off x="1841377" y="4214056"/>
            <a:ext cx="8534400" cy="3348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de-DE" sz="1600">
              <a:solidFill>
                <a:srgbClr val="FFFFFF">
                  <a:lumMod val="65000"/>
                </a:srgbClr>
              </a:solidFill>
            </a:endParaRPr>
          </a:p>
        </p:txBody>
      </p:sp>
      <p:sp>
        <p:nvSpPr>
          <p:cNvPr id="24" name="Textplatzhalter 23"/>
          <p:cNvSpPr>
            <a:spLocks noGrp="1"/>
          </p:cNvSpPr>
          <p:nvPr>
            <p:ph type="body" sz="quarter" idx="10" hasCustomPrompt="1"/>
          </p:nvPr>
        </p:nvSpPr>
        <p:spPr>
          <a:xfrm>
            <a:off x="1885227" y="5003392"/>
            <a:ext cx="8534400" cy="330609"/>
          </a:xfrm>
        </p:spPr>
        <p:txBody>
          <a:bodyPr>
            <a:noAutofit/>
          </a:bodyPr>
          <a:lstStyle>
            <a:lvl1pPr marL="0" indent="0" algn="ctr">
              <a:buNone/>
              <a:defRPr sz="1800"/>
            </a:lvl1pPr>
          </a:lstStyle>
          <a:p>
            <a:pPr lvl="0"/>
            <a:r>
              <a:rPr lang="de-DE"/>
              <a:t>&lt;</a:t>
            </a:r>
            <a:r>
              <a:rPr lang="de-DE" err="1"/>
              <a:t>Your</a:t>
            </a:r>
            <a:r>
              <a:rPr lang="de-DE"/>
              <a:t> </a:t>
            </a:r>
            <a:r>
              <a:rPr lang="de-DE" err="1"/>
              <a:t>name</a:t>
            </a:r>
            <a:r>
              <a:rPr lang="de-DE"/>
              <a:t>&gt;</a:t>
            </a:r>
          </a:p>
        </p:txBody>
      </p:sp>
      <p:sp>
        <p:nvSpPr>
          <p:cNvPr id="31" name="Textplatzhalter 23"/>
          <p:cNvSpPr>
            <a:spLocks noGrp="1"/>
          </p:cNvSpPr>
          <p:nvPr>
            <p:ph type="body" sz="quarter" idx="11" hasCustomPrompt="1"/>
          </p:nvPr>
        </p:nvSpPr>
        <p:spPr>
          <a:xfrm>
            <a:off x="1841377" y="4260912"/>
            <a:ext cx="8534400" cy="288032"/>
          </a:xfrm>
        </p:spPr>
        <p:txBody>
          <a:bodyPr>
            <a:noAutofit/>
          </a:bodyPr>
          <a:lstStyle>
            <a:lvl1pPr marL="0" indent="0" algn="ctr">
              <a:buNone/>
              <a:defRPr sz="1400"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de-DE" sz="1600">
                <a:solidFill>
                  <a:schemeClr val="bg1">
                    <a:lumMod val="65000"/>
                  </a:schemeClr>
                </a:solidFill>
              </a:rPr>
              <a:t>(&lt;</a:t>
            </a:r>
            <a:r>
              <a:rPr lang="de-DE" sz="1600" err="1">
                <a:solidFill>
                  <a:schemeClr val="bg1">
                    <a:lumMod val="65000"/>
                  </a:schemeClr>
                </a:solidFill>
              </a:rPr>
              <a:t>Presentation</a:t>
            </a:r>
            <a:r>
              <a:rPr lang="de-DE" sz="1600" baseline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de-DE" sz="1600" baseline="0" err="1">
                <a:solidFill>
                  <a:schemeClr val="bg1">
                    <a:lumMod val="65000"/>
                  </a:schemeClr>
                </a:solidFill>
              </a:rPr>
              <a:t>date</a:t>
            </a:r>
            <a:r>
              <a:rPr lang="de-DE" sz="1600">
                <a:solidFill>
                  <a:schemeClr val="bg1">
                    <a:lumMod val="65000"/>
                  </a:schemeClr>
                </a:solidFill>
              </a:rPr>
              <a:t>&gt;)</a:t>
            </a:r>
          </a:p>
        </p:txBody>
      </p:sp>
      <p:sp>
        <p:nvSpPr>
          <p:cNvPr id="26" name="Rectangle 8"/>
          <p:cNvSpPr>
            <a:spLocks noChangeArrowheads="1"/>
          </p:cNvSpPr>
          <p:nvPr userDrawn="1"/>
        </p:nvSpPr>
        <p:spPr bwMode="auto">
          <a:xfrm>
            <a:off x="0" y="6781800"/>
            <a:ext cx="12192000" cy="76200"/>
          </a:xfrm>
          <a:prstGeom prst="rect">
            <a:avLst/>
          </a:prstGeom>
          <a:solidFill>
            <a:schemeClr val="accent6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en-GB">
              <a:solidFill>
                <a:srgbClr val="000000"/>
              </a:solidFill>
              <a:ea typeface="ＭＳ Ｐゴシック" pitchFamily="1" charset="-128"/>
            </a:endParaRPr>
          </a:p>
        </p:txBody>
      </p:sp>
      <p:sp>
        <p:nvSpPr>
          <p:cNvPr id="8" name="Rectangle 12"/>
          <p:cNvSpPr>
            <a:spLocks noChangeArrowheads="1"/>
          </p:cNvSpPr>
          <p:nvPr userDrawn="1"/>
        </p:nvSpPr>
        <p:spPr bwMode="auto">
          <a:xfrm>
            <a:off x="5181600" y="6165304"/>
            <a:ext cx="4470400" cy="616496"/>
          </a:xfrm>
          <a:prstGeom prst="rect">
            <a:avLst/>
          </a:prstGeom>
          <a:solidFill>
            <a:srgbClr val="003359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en-GB">
              <a:solidFill>
                <a:srgbClr val="000000"/>
              </a:solidFill>
              <a:ea typeface="ＭＳ Ｐゴシック" pitchFamily="1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2328703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609600" y="980728"/>
            <a:ext cx="10972800" cy="4734272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533123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>
            <a:normAutofit/>
          </a:bodyPr>
          <a:lstStyle>
            <a:lvl1pPr algn="l">
              <a:defRPr sz="3200" b="1" cap="all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Textmasterformat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4678620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29289411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15089172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10827551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356205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823651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2063042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12447936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21117720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0466012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ext Standard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hteck 15"/>
          <p:cNvSpPr>
            <a:spLocks noChangeArrowheads="1"/>
          </p:cNvSpPr>
          <p:nvPr userDrawn="1"/>
        </p:nvSpPr>
        <p:spPr bwMode="white">
          <a:xfrm>
            <a:off x="0" y="0"/>
            <a:ext cx="12192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12" name="Rechteck 11"/>
          <p:cNvSpPr>
            <a:spLocks noChangeArrowheads="1"/>
          </p:cNvSpPr>
          <p:nvPr userDrawn="1"/>
        </p:nvSpPr>
        <p:spPr bwMode="auto">
          <a:xfrm>
            <a:off x="-7528" y="-1484"/>
            <a:ext cx="12199528" cy="1001592"/>
          </a:xfrm>
          <a:prstGeom prst="rect">
            <a:avLst/>
          </a:prstGeom>
          <a:solidFill>
            <a:srgbClr val="00747A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000108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buNone/>
              <a:defRPr kumimoji="0" lang="de-DE" sz="3600" b="0" kern="1200" cap="none" baseline="0" dirty="0" smtClean="0">
                <a:solidFill>
                  <a:srgbClr val="FFFFFF"/>
                </a:solidFill>
                <a:latin typeface="Humnst777 BT" pitchFamily="34" charset="0"/>
                <a:ea typeface="+mj-ea"/>
                <a:cs typeface="+mj-cs"/>
              </a:defRPr>
            </a:lvl1pPr>
          </a:lstStyle>
          <a:p>
            <a:r>
              <a:rPr kumimoji="0" lang="de-DE"/>
              <a:t>Titelmasterformat durch Klicken bearbeiten</a:t>
            </a:r>
            <a:endParaRPr kumimoji="0" lang="en-US"/>
          </a:p>
        </p:txBody>
      </p:sp>
      <p:sp>
        <p:nvSpPr>
          <p:cNvPr id="21" name="Textplatzhalter 20"/>
          <p:cNvSpPr>
            <a:spLocks noGrp="1"/>
          </p:cNvSpPr>
          <p:nvPr>
            <p:ph type="body" sz="quarter" idx="12" hasCustomPrompt="1"/>
          </p:nvPr>
        </p:nvSpPr>
        <p:spPr>
          <a:xfrm>
            <a:off x="203200" y="1000108"/>
            <a:ext cx="11988800" cy="5556564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1200"/>
              </a:spcBef>
              <a:buClr>
                <a:srgbClr val="FF7900"/>
              </a:buClr>
              <a:buFont typeface="Wingdings" pitchFamily="2" charset="2"/>
              <a:buNone/>
              <a:defRPr kumimoji="0" lang="de-DE" sz="3200" b="1" kern="1200" dirty="0" smtClean="0">
                <a:solidFill>
                  <a:srgbClr val="FF7900"/>
                </a:solidFill>
                <a:latin typeface="Humnst777 BT" pitchFamily="34" charset="0"/>
                <a:ea typeface="+mn-ea"/>
                <a:cs typeface="+mn-cs"/>
              </a:defRPr>
            </a:lvl1pPr>
            <a:lvl2pPr marL="548640" indent="-27432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FF7900"/>
              </a:buClr>
              <a:buSzPct val="70000"/>
              <a:buFont typeface="Wingdings 3" pitchFamily="18" charset="2"/>
              <a:buChar char=""/>
              <a:defRPr kumimoji="0" lang="de-DE" sz="2200" kern="1200" dirty="0" smtClean="0">
                <a:solidFill>
                  <a:schemeClr val="tx1"/>
                </a:solidFill>
                <a:latin typeface="Humnst777 BT" pitchFamily="34" charset="0"/>
                <a:ea typeface="+mn-ea"/>
                <a:cs typeface="+mn-cs"/>
              </a:defRPr>
            </a:lvl2pPr>
            <a:lvl3pPr marL="822960" indent="-228600" algn="l" defTabSz="9144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FF7900"/>
              </a:buClr>
              <a:buSzPct val="75000"/>
              <a:buFont typeface="Wingdings" pitchFamily="2" charset="2"/>
              <a:buChar char="§"/>
              <a:defRPr>
                <a:solidFill>
                  <a:schemeClr val="tx1"/>
                </a:solidFill>
                <a:latin typeface="Humnst777 BT" pitchFamily="34" charset="0"/>
              </a:defRPr>
            </a:lvl3pPr>
          </a:lstStyle>
          <a:p>
            <a:pPr lvl="0"/>
            <a:r>
              <a:rPr lang="de-DE"/>
              <a:t>Textmasterformate durch Klicken bearbeiten</a:t>
            </a:r>
          </a:p>
          <a:p>
            <a:pPr marL="548640" lvl="1" indent="-27432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FF7900"/>
              </a:buClr>
              <a:buSzPct val="70000"/>
              <a:buFont typeface="Wingdings 3" pitchFamily="18" charset="2"/>
              <a:buChar char=""/>
            </a:pPr>
            <a:r>
              <a:rPr lang="de-DE"/>
              <a:t>Zweite Ebene</a:t>
            </a:r>
          </a:p>
          <a:p>
            <a:pPr marL="822960" lvl="2" indent="-228600" algn="l" defTabSz="9144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FF7900"/>
              </a:buClr>
              <a:buSzPct val="75000"/>
              <a:buFont typeface="Wingdings" pitchFamily="2" charset="2"/>
              <a:buChar char="§"/>
            </a:pPr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8" name="Bildplatzhalter 17"/>
          <p:cNvSpPr>
            <a:spLocks noGrp="1"/>
          </p:cNvSpPr>
          <p:nvPr>
            <p:ph type="pic" sz="quarter" idx="15"/>
          </p:nvPr>
        </p:nvSpPr>
        <p:spPr>
          <a:xfrm>
            <a:off x="6384032" y="2492896"/>
            <a:ext cx="5280587" cy="3024336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17" name="Rechteck 16"/>
          <p:cNvSpPr>
            <a:spLocks noChangeArrowheads="1"/>
          </p:cNvSpPr>
          <p:nvPr userDrawn="1"/>
        </p:nvSpPr>
        <p:spPr bwMode="auto">
          <a:xfrm>
            <a:off x="0" y="6555014"/>
            <a:ext cx="12192000" cy="309563"/>
          </a:xfrm>
          <a:prstGeom prst="rect">
            <a:avLst/>
          </a:prstGeom>
          <a:solidFill>
            <a:srgbClr val="00747A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20" name="Fußzeilenplatzhalter 4"/>
          <p:cNvSpPr txBox="1">
            <a:spLocks/>
          </p:cNvSpPr>
          <p:nvPr userDrawn="1"/>
        </p:nvSpPr>
        <p:spPr>
          <a:xfrm>
            <a:off x="1145083" y="6556672"/>
            <a:ext cx="2667019" cy="365760"/>
          </a:xfrm>
          <a:prstGeom prst="rect">
            <a:avLst/>
          </a:prstGeom>
        </p:spPr>
        <p:txBody>
          <a:bodyPr vert="horz"/>
          <a:lstStyle>
            <a:lvl1pPr>
              <a:defRPr>
                <a:latin typeface="Palatino Linotype" pitchFamily="18" charset="0"/>
              </a:defRPr>
            </a:lvl1pPr>
          </a:lstStyle>
          <a:p>
            <a:pPr>
              <a:defRPr/>
            </a:pPr>
            <a:r>
              <a:rPr lang="de-DE" sz="1200">
                <a:solidFill>
                  <a:srgbClr val="FFFFFF"/>
                </a:solidFill>
                <a:latin typeface="Humnst777 BT" pitchFamily="34" charset="0"/>
              </a:rPr>
              <a:t>SSE </a:t>
            </a:r>
            <a:endParaRPr lang="de-DE" sz="1050">
              <a:solidFill>
                <a:srgbClr val="FFFFFF"/>
              </a:solidFill>
              <a:latin typeface="Humnst777 BT" pitchFamily="34" charset="0"/>
            </a:endParaRPr>
          </a:p>
        </p:txBody>
      </p:sp>
      <p:grpSp>
        <p:nvGrpSpPr>
          <p:cNvPr id="23" name="Gruppieren 19"/>
          <p:cNvGrpSpPr/>
          <p:nvPr userDrawn="1"/>
        </p:nvGrpSpPr>
        <p:grpSpPr>
          <a:xfrm>
            <a:off x="841126" y="6590640"/>
            <a:ext cx="282613" cy="214314"/>
            <a:chOff x="2574925" y="2992438"/>
            <a:chExt cx="854075" cy="866775"/>
          </a:xfrm>
        </p:grpSpPr>
        <p:sp>
          <p:nvSpPr>
            <p:cNvPr id="24" name="Freeform 12"/>
            <p:cNvSpPr>
              <a:spLocks/>
            </p:cNvSpPr>
            <p:nvPr userDrawn="1"/>
          </p:nvSpPr>
          <p:spPr bwMode="auto">
            <a:xfrm>
              <a:off x="2574925" y="2992438"/>
              <a:ext cx="854075" cy="866775"/>
            </a:xfrm>
            <a:custGeom>
              <a:avLst/>
              <a:gdLst/>
              <a:ahLst/>
              <a:cxnLst>
                <a:cxn ang="0">
                  <a:pos x="538" y="273"/>
                </a:cxn>
                <a:cxn ang="0">
                  <a:pos x="536" y="307"/>
                </a:cxn>
                <a:cxn ang="0">
                  <a:pos x="530" y="340"/>
                </a:cxn>
                <a:cxn ang="0">
                  <a:pos x="520" y="371"/>
                </a:cxn>
                <a:cxn ang="0">
                  <a:pos x="507" y="401"/>
                </a:cxn>
                <a:cxn ang="0">
                  <a:pos x="490" y="429"/>
                </a:cxn>
                <a:cxn ang="0">
                  <a:pos x="470" y="454"/>
                </a:cxn>
                <a:cxn ang="0">
                  <a:pos x="448" y="477"/>
                </a:cxn>
                <a:cxn ang="0">
                  <a:pos x="423" y="497"/>
                </a:cxn>
                <a:cxn ang="0">
                  <a:pos x="396" y="514"/>
                </a:cxn>
                <a:cxn ang="0">
                  <a:pos x="366" y="528"/>
                </a:cxn>
                <a:cxn ang="0">
                  <a:pos x="335" y="538"/>
                </a:cxn>
                <a:cxn ang="0">
                  <a:pos x="303" y="544"/>
                </a:cxn>
                <a:cxn ang="0">
                  <a:pos x="269" y="546"/>
                </a:cxn>
                <a:cxn ang="0">
                  <a:pos x="235" y="544"/>
                </a:cxn>
                <a:cxn ang="0">
                  <a:pos x="203" y="538"/>
                </a:cxn>
                <a:cxn ang="0">
                  <a:pos x="172" y="528"/>
                </a:cxn>
                <a:cxn ang="0">
                  <a:pos x="143" y="514"/>
                </a:cxn>
                <a:cxn ang="0">
                  <a:pos x="115" y="497"/>
                </a:cxn>
                <a:cxn ang="0">
                  <a:pos x="91" y="477"/>
                </a:cxn>
                <a:cxn ang="0">
                  <a:pos x="68" y="454"/>
                </a:cxn>
                <a:cxn ang="0">
                  <a:pos x="48" y="429"/>
                </a:cxn>
                <a:cxn ang="0">
                  <a:pos x="32" y="401"/>
                </a:cxn>
                <a:cxn ang="0">
                  <a:pos x="19" y="371"/>
                </a:cxn>
                <a:cxn ang="0">
                  <a:pos x="9" y="340"/>
                </a:cxn>
                <a:cxn ang="0">
                  <a:pos x="2" y="307"/>
                </a:cxn>
                <a:cxn ang="0">
                  <a:pos x="0" y="273"/>
                </a:cxn>
                <a:cxn ang="0">
                  <a:pos x="2" y="239"/>
                </a:cxn>
                <a:cxn ang="0">
                  <a:pos x="9" y="206"/>
                </a:cxn>
                <a:cxn ang="0">
                  <a:pos x="19" y="174"/>
                </a:cxn>
                <a:cxn ang="0">
                  <a:pos x="32" y="145"/>
                </a:cxn>
                <a:cxn ang="0">
                  <a:pos x="48" y="117"/>
                </a:cxn>
                <a:cxn ang="0">
                  <a:pos x="68" y="92"/>
                </a:cxn>
                <a:cxn ang="0">
                  <a:pos x="91" y="69"/>
                </a:cxn>
                <a:cxn ang="0">
                  <a:pos x="115" y="49"/>
                </a:cxn>
                <a:cxn ang="0">
                  <a:pos x="143" y="32"/>
                </a:cxn>
                <a:cxn ang="0">
                  <a:pos x="172" y="19"/>
                </a:cxn>
                <a:cxn ang="0">
                  <a:pos x="203" y="9"/>
                </a:cxn>
                <a:cxn ang="0">
                  <a:pos x="235" y="2"/>
                </a:cxn>
                <a:cxn ang="0">
                  <a:pos x="269" y="0"/>
                </a:cxn>
                <a:cxn ang="0">
                  <a:pos x="303" y="2"/>
                </a:cxn>
                <a:cxn ang="0">
                  <a:pos x="335" y="9"/>
                </a:cxn>
                <a:cxn ang="0">
                  <a:pos x="366" y="19"/>
                </a:cxn>
                <a:cxn ang="0">
                  <a:pos x="396" y="32"/>
                </a:cxn>
                <a:cxn ang="0">
                  <a:pos x="423" y="49"/>
                </a:cxn>
                <a:cxn ang="0">
                  <a:pos x="448" y="69"/>
                </a:cxn>
                <a:cxn ang="0">
                  <a:pos x="470" y="92"/>
                </a:cxn>
                <a:cxn ang="0">
                  <a:pos x="490" y="117"/>
                </a:cxn>
                <a:cxn ang="0">
                  <a:pos x="507" y="145"/>
                </a:cxn>
                <a:cxn ang="0">
                  <a:pos x="520" y="174"/>
                </a:cxn>
                <a:cxn ang="0">
                  <a:pos x="530" y="206"/>
                </a:cxn>
                <a:cxn ang="0">
                  <a:pos x="536" y="239"/>
                </a:cxn>
                <a:cxn ang="0">
                  <a:pos x="538" y="273"/>
                </a:cxn>
              </a:cxnLst>
              <a:rect l="0" t="0" r="r" b="b"/>
              <a:pathLst>
                <a:path w="538" h="546">
                  <a:moveTo>
                    <a:pt x="538" y="273"/>
                  </a:moveTo>
                  <a:lnTo>
                    <a:pt x="536" y="307"/>
                  </a:lnTo>
                  <a:lnTo>
                    <a:pt x="530" y="340"/>
                  </a:lnTo>
                  <a:lnTo>
                    <a:pt x="520" y="371"/>
                  </a:lnTo>
                  <a:lnTo>
                    <a:pt x="507" y="401"/>
                  </a:lnTo>
                  <a:lnTo>
                    <a:pt x="490" y="429"/>
                  </a:lnTo>
                  <a:lnTo>
                    <a:pt x="470" y="454"/>
                  </a:lnTo>
                  <a:lnTo>
                    <a:pt x="448" y="477"/>
                  </a:lnTo>
                  <a:lnTo>
                    <a:pt x="423" y="497"/>
                  </a:lnTo>
                  <a:lnTo>
                    <a:pt x="396" y="514"/>
                  </a:lnTo>
                  <a:lnTo>
                    <a:pt x="366" y="528"/>
                  </a:lnTo>
                  <a:lnTo>
                    <a:pt x="335" y="538"/>
                  </a:lnTo>
                  <a:lnTo>
                    <a:pt x="303" y="544"/>
                  </a:lnTo>
                  <a:lnTo>
                    <a:pt x="269" y="546"/>
                  </a:lnTo>
                  <a:lnTo>
                    <a:pt x="235" y="544"/>
                  </a:lnTo>
                  <a:lnTo>
                    <a:pt x="203" y="538"/>
                  </a:lnTo>
                  <a:lnTo>
                    <a:pt x="172" y="528"/>
                  </a:lnTo>
                  <a:lnTo>
                    <a:pt x="143" y="514"/>
                  </a:lnTo>
                  <a:lnTo>
                    <a:pt x="115" y="497"/>
                  </a:lnTo>
                  <a:lnTo>
                    <a:pt x="91" y="477"/>
                  </a:lnTo>
                  <a:lnTo>
                    <a:pt x="68" y="454"/>
                  </a:lnTo>
                  <a:lnTo>
                    <a:pt x="48" y="429"/>
                  </a:lnTo>
                  <a:lnTo>
                    <a:pt x="32" y="401"/>
                  </a:lnTo>
                  <a:lnTo>
                    <a:pt x="19" y="371"/>
                  </a:lnTo>
                  <a:lnTo>
                    <a:pt x="9" y="340"/>
                  </a:lnTo>
                  <a:lnTo>
                    <a:pt x="2" y="307"/>
                  </a:lnTo>
                  <a:lnTo>
                    <a:pt x="0" y="273"/>
                  </a:lnTo>
                  <a:lnTo>
                    <a:pt x="2" y="239"/>
                  </a:lnTo>
                  <a:lnTo>
                    <a:pt x="9" y="206"/>
                  </a:lnTo>
                  <a:lnTo>
                    <a:pt x="19" y="174"/>
                  </a:lnTo>
                  <a:lnTo>
                    <a:pt x="32" y="145"/>
                  </a:lnTo>
                  <a:lnTo>
                    <a:pt x="48" y="117"/>
                  </a:lnTo>
                  <a:lnTo>
                    <a:pt x="68" y="92"/>
                  </a:lnTo>
                  <a:lnTo>
                    <a:pt x="91" y="69"/>
                  </a:lnTo>
                  <a:lnTo>
                    <a:pt x="115" y="49"/>
                  </a:lnTo>
                  <a:lnTo>
                    <a:pt x="143" y="32"/>
                  </a:lnTo>
                  <a:lnTo>
                    <a:pt x="172" y="19"/>
                  </a:lnTo>
                  <a:lnTo>
                    <a:pt x="203" y="9"/>
                  </a:lnTo>
                  <a:lnTo>
                    <a:pt x="235" y="2"/>
                  </a:lnTo>
                  <a:lnTo>
                    <a:pt x="269" y="0"/>
                  </a:lnTo>
                  <a:lnTo>
                    <a:pt x="303" y="2"/>
                  </a:lnTo>
                  <a:lnTo>
                    <a:pt x="335" y="9"/>
                  </a:lnTo>
                  <a:lnTo>
                    <a:pt x="366" y="19"/>
                  </a:lnTo>
                  <a:lnTo>
                    <a:pt x="396" y="32"/>
                  </a:lnTo>
                  <a:lnTo>
                    <a:pt x="423" y="49"/>
                  </a:lnTo>
                  <a:lnTo>
                    <a:pt x="448" y="69"/>
                  </a:lnTo>
                  <a:lnTo>
                    <a:pt x="470" y="92"/>
                  </a:lnTo>
                  <a:lnTo>
                    <a:pt x="490" y="117"/>
                  </a:lnTo>
                  <a:lnTo>
                    <a:pt x="507" y="145"/>
                  </a:lnTo>
                  <a:lnTo>
                    <a:pt x="520" y="174"/>
                  </a:lnTo>
                  <a:lnTo>
                    <a:pt x="530" y="206"/>
                  </a:lnTo>
                  <a:lnTo>
                    <a:pt x="536" y="239"/>
                  </a:lnTo>
                  <a:lnTo>
                    <a:pt x="538" y="273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solidFill>
                  <a:srgbClr val="000000"/>
                </a:solidFill>
              </a:endParaRPr>
            </a:p>
          </p:txBody>
        </p:sp>
        <p:sp>
          <p:nvSpPr>
            <p:cNvPr id="25" name="Freeform 13"/>
            <p:cNvSpPr>
              <a:spLocks/>
            </p:cNvSpPr>
            <p:nvPr userDrawn="1"/>
          </p:nvSpPr>
          <p:spPr bwMode="auto">
            <a:xfrm>
              <a:off x="2574925" y="2992438"/>
              <a:ext cx="854075" cy="866775"/>
            </a:xfrm>
            <a:custGeom>
              <a:avLst/>
              <a:gdLst/>
              <a:ahLst/>
              <a:cxnLst>
                <a:cxn ang="0">
                  <a:pos x="538" y="273"/>
                </a:cxn>
                <a:cxn ang="0">
                  <a:pos x="536" y="307"/>
                </a:cxn>
                <a:cxn ang="0">
                  <a:pos x="530" y="340"/>
                </a:cxn>
                <a:cxn ang="0">
                  <a:pos x="520" y="371"/>
                </a:cxn>
                <a:cxn ang="0">
                  <a:pos x="507" y="401"/>
                </a:cxn>
                <a:cxn ang="0">
                  <a:pos x="490" y="429"/>
                </a:cxn>
                <a:cxn ang="0">
                  <a:pos x="470" y="454"/>
                </a:cxn>
                <a:cxn ang="0">
                  <a:pos x="448" y="477"/>
                </a:cxn>
                <a:cxn ang="0">
                  <a:pos x="423" y="497"/>
                </a:cxn>
                <a:cxn ang="0">
                  <a:pos x="396" y="514"/>
                </a:cxn>
                <a:cxn ang="0">
                  <a:pos x="366" y="528"/>
                </a:cxn>
                <a:cxn ang="0">
                  <a:pos x="335" y="538"/>
                </a:cxn>
                <a:cxn ang="0">
                  <a:pos x="303" y="544"/>
                </a:cxn>
                <a:cxn ang="0">
                  <a:pos x="269" y="546"/>
                </a:cxn>
                <a:cxn ang="0">
                  <a:pos x="235" y="544"/>
                </a:cxn>
                <a:cxn ang="0">
                  <a:pos x="203" y="538"/>
                </a:cxn>
                <a:cxn ang="0">
                  <a:pos x="172" y="528"/>
                </a:cxn>
                <a:cxn ang="0">
                  <a:pos x="143" y="514"/>
                </a:cxn>
                <a:cxn ang="0">
                  <a:pos x="115" y="497"/>
                </a:cxn>
                <a:cxn ang="0">
                  <a:pos x="91" y="477"/>
                </a:cxn>
                <a:cxn ang="0">
                  <a:pos x="68" y="454"/>
                </a:cxn>
                <a:cxn ang="0">
                  <a:pos x="48" y="429"/>
                </a:cxn>
                <a:cxn ang="0">
                  <a:pos x="32" y="401"/>
                </a:cxn>
                <a:cxn ang="0">
                  <a:pos x="19" y="371"/>
                </a:cxn>
                <a:cxn ang="0">
                  <a:pos x="9" y="340"/>
                </a:cxn>
                <a:cxn ang="0">
                  <a:pos x="2" y="307"/>
                </a:cxn>
                <a:cxn ang="0">
                  <a:pos x="0" y="273"/>
                </a:cxn>
                <a:cxn ang="0">
                  <a:pos x="2" y="239"/>
                </a:cxn>
                <a:cxn ang="0">
                  <a:pos x="9" y="206"/>
                </a:cxn>
                <a:cxn ang="0">
                  <a:pos x="19" y="174"/>
                </a:cxn>
                <a:cxn ang="0">
                  <a:pos x="32" y="145"/>
                </a:cxn>
                <a:cxn ang="0">
                  <a:pos x="48" y="117"/>
                </a:cxn>
                <a:cxn ang="0">
                  <a:pos x="68" y="92"/>
                </a:cxn>
                <a:cxn ang="0">
                  <a:pos x="91" y="69"/>
                </a:cxn>
                <a:cxn ang="0">
                  <a:pos x="115" y="49"/>
                </a:cxn>
                <a:cxn ang="0">
                  <a:pos x="143" y="32"/>
                </a:cxn>
                <a:cxn ang="0">
                  <a:pos x="172" y="19"/>
                </a:cxn>
                <a:cxn ang="0">
                  <a:pos x="203" y="9"/>
                </a:cxn>
                <a:cxn ang="0">
                  <a:pos x="235" y="2"/>
                </a:cxn>
                <a:cxn ang="0">
                  <a:pos x="269" y="0"/>
                </a:cxn>
                <a:cxn ang="0">
                  <a:pos x="303" y="2"/>
                </a:cxn>
                <a:cxn ang="0">
                  <a:pos x="335" y="9"/>
                </a:cxn>
                <a:cxn ang="0">
                  <a:pos x="366" y="19"/>
                </a:cxn>
                <a:cxn ang="0">
                  <a:pos x="396" y="32"/>
                </a:cxn>
                <a:cxn ang="0">
                  <a:pos x="423" y="49"/>
                </a:cxn>
                <a:cxn ang="0">
                  <a:pos x="448" y="69"/>
                </a:cxn>
                <a:cxn ang="0">
                  <a:pos x="470" y="92"/>
                </a:cxn>
                <a:cxn ang="0">
                  <a:pos x="490" y="117"/>
                </a:cxn>
                <a:cxn ang="0">
                  <a:pos x="507" y="145"/>
                </a:cxn>
                <a:cxn ang="0">
                  <a:pos x="520" y="174"/>
                </a:cxn>
                <a:cxn ang="0">
                  <a:pos x="530" y="206"/>
                </a:cxn>
                <a:cxn ang="0">
                  <a:pos x="536" y="239"/>
                </a:cxn>
                <a:cxn ang="0">
                  <a:pos x="538" y="273"/>
                </a:cxn>
              </a:cxnLst>
              <a:rect l="0" t="0" r="r" b="b"/>
              <a:pathLst>
                <a:path w="538" h="546">
                  <a:moveTo>
                    <a:pt x="538" y="273"/>
                  </a:moveTo>
                  <a:lnTo>
                    <a:pt x="536" y="307"/>
                  </a:lnTo>
                  <a:lnTo>
                    <a:pt x="530" y="340"/>
                  </a:lnTo>
                  <a:lnTo>
                    <a:pt x="520" y="371"/>
                  </a:lnTo>
                  <a:lnTo>
                    <a:pt x="507" y="401"/>
                  </a:lnTo>
                  <a:lnTo>
                    <a:pt x="490" y="429"/>
                  </a:lnTo>
                  <a:lnTo>
                    <a:pt x="470" y="454"/>
                  </a:lnTo>
                  <a:lnTo>
                    <a:pt x="448" y="477"/>
                  </a:lnTo>
                  <a:lnTo>
                    <a:pt x="423" y="497"/>
                  </a:lnTo>
                  <a:lnTo>
                    <a:pt x="396" y="514"/>
                  </a:lnTo>
                  <a:lnTo>
                    <a:pt x="366" y="528"/>
                  </a:lnTo>
                  <a:lnTo>
                    <a:pt x="335" y="538"/>
                  </a:lnTo>
                  <a:lnTo>
                    <a:pt x="303" y="544"/>
                  </a:lnTo>
                  <a:lnTo>
                    <a:pt x="269" y="546"/>
                  </a:lnTo>
                  <a:lnTo>
                    <a:pt x="235" y="544"/>
                  </a:lnTo>
                  <a:lnTo>
                    <a:pt x="203" y="538"/>
                  </a:lnTo>
                  <a:lnTo>
                    <a:pt x="172" y="528"/>
                  </a:lnTo>
                  <a:lnTo>
                    <a:pt x="143" y="514"/>
                  </a:lnTo>
                  <a:lnTo>
                    <a:pt x="115" y="497"/>
                  </a:lnTo>
                  <a:lnTo>
                    <a:pt x="91" y="477"/>
                  </a:lnTo>
                  <a:lnTo>
                    <a:pt x="68" y="454"/>
                  </a:lnTo>
                  <a:lnTo>
                    <a:pt x="48" y="429"/>
                  </a:lnTo>
                  <a:lnTo>
                    <a:pt x="32" y="401"/>
                  </a:lnTo>
                  <a:lnTo>
                    <a:pt x="19" y="371"/>
                  </a:lnTo>
                  <a:lnTo>
                    <a:pt x="9" y="340"/>
                  </a:lnTo>
                  <a:lnTo>
                    <a:pt x="2" y="307"/>
                  </a:lnTo>
                  <a:lnTo>
                    <a:pt x="0" y="273"/>
                  </a:lnTo>
                  <a:lnTo>
                    <a:pt x="2" y="239"/>
                  </a:lnTo>
                  <a:lnTo>
                    <a:pt x="9" y="206"/>
                  </a:lnTo>
                  <a:lnTo>
                    <a:pt x="19" y="174"/>
                  </a:lnTo>
                  <a:lnTo>
                    <a:pt x="32" y="145"/>
                  </a:lnTo>
                  <a:lnTo>
                    <a:pt x="48" y="117"/>
                  </a:lnTo>
                  <a:lnTo>
                    <a:pt x="68" y="92"/>
                  </a:lnTo>
                  <a:lnTo>
                    <a:pt x="91" y="69"/>
                  </a:lnTo>
                  <a:lnTo>
                    <a:pt x="115" y="49"/>
                  </a:lnTo>
                  <a:lnTo>
                    <a:pt x="143" y="32"/>
                  </a:lnTo>
                  <a:lnTo>
                    <a:pt x="172" y="19"/>
                  </a:lnTo>
                  <a:lnTo>
                    <a:pt x="203" y="9"/>
                  </a:lnTo>
                  <a:lnTo>
                    <a:pt x="235" y="2"/>
                  </a:lnTo>
                  <a:lnTo>
                    <a:pt x="269" y="0"/>
                  </a:lnTo>
                  <a:lnTo>
                    <a:pt x="303" y="2"/>
                  </a:lnTo>
                  <a:lnTo>
                    <a:pt x="335" y="9"/>
                  </a:lnTo>
                  <a:lnTo>
                    <a:pt x="366" y="19"/>
                  </a:lnTo>
                  <a:lnTo>
                    <a:pt x="396" y="32"/>
                  </a:lnTo>
                  <a:lnTo>
                    <a:pt x="423" y="49"/>
                  </a:lnTo>
                  <a:lnTo>
                    <a:pt x="448" y="69"/>
                  </a:lnTo>
                  <a:lnTo>
                    <a:pt x="470" y="92"/>
                  </a:lnTo>
                  <a:lnTo>
                    <a:pt x="490" y="117"/>
                  </a:lnTo>
                  <a:lnTo>
                    <a:pt x="507" y="145"/>
                  </a:lnTo>
                  <a:lnTo>
                    <a:pt x="520" y="174"/>
                  </a:lnTo>
                  <a:lnTo>
                    <a:pt x="530" y="206"/>
                  </a:lnTo>
                  <a:lnTo>
                    <a:pt x="536" y="239"/>
                  </a:lnTo>
                  <a:lnTo>
                    <a:pt x="538" y="273"/>
                  </a:lnTo>
                  <a:close/>
                </a:path>
              </a:pathLst>
            </a:custGeom>
            <a:solidFill>
              <a:srgbClr val="000065"/>
            </a:solidFill>
            <a:ln w="0">
              <a:solidFill>
                <a:srgbClr val="000065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solidFill>
                  <a:srgbClr val="000000"/>
                </a:solidFill>
              </a:endParaRPr>
            </a:p>
          </p:txBody>
        </p:sp>
        <p:sp>
          <p:nvSpPr>
            <p:cNvPr id="26" name="Freeform 14"/>
            <p:cNvSpPr>
              <a:spLocks noEditPoints="1"/>
            </p:cNvSpPr>
            <p:nvPr userDrawn="1"/>
          </p:nvSpPr>
          <p:spPr bwMode="auto">
            <a:xfrm>
              <a:off x="2667000" y="3128963"/>
              <a:ext cx="715963" cy="519113"/>
            </a:xfrm>
            <a:custGeom>
              <a:avLst/>
              <a:gdLst/>
              <a:ahLst/>
              <a:cxnLst>
                <a:cxn ang="0">
                  <a:pos x="18" y="194"/>
                </a:cxn>
                <a:cxn ang="0">
                  <a:pos x="82" y="99"/>
                </a:cxn>
                <a:cxn ang="0">
                  <a:pos x="50" y="104"/>
                </a:cxn>
                <a:cxn ang="0">
                  <a:pos x="51" y="97"/>
                </a:cxn>
                <a:cxn ang="0">
                  <a:pos x="116" y="59"/>
                </a:cxn>
                <a:cxn ang="0">
                  <a:pos x="156" y="18"/>
                </a:cxn>
                <a:cxn ang="0">
                  <a:pos x="190" y="0"/>
                </a:cxn>
                <a:cxn ang="0">
                  <a:pos x="207" y="11"/>
                </a:cxn>
                <a:cxn ang="0">
                  <a:pos x="160" y="72"/>
                </a:cxn>
                <a:cxn ang="0">
                  <a:pos x="220" y="68"/>
                </a:cxn>
                <a:cxn ang="0">
                  <a:pos x="213" y="73"/>
                </a:cxn>
                <a:cxn ang="0">
                  <a:pos x="200" y="76"/>
                </a:cxn>
                <a:cxn ang="0">
                  <a:pos x="148" y="86"/>
                </a:cxn>
                <a:cxn ang="0">
                  <a:pos x="97" y="161"/>
                </a:cxn>
                <a:cxn ang="0">
                  <a:pos x="56" y="262"/>
                </a:cxn>
                <a:cxn ang="0">
                  <a:pos x="58" y="277"/>
                </a:cxn>
                <a:cxn ang="0">
                  <a:pos x="104" y="253"/>
                </a:cxn>
                <a:cxn ang="0">
                  <a:pos x="221" y="137"/>
                </a:cxn>
                <a:cxn ang="0">
                  <a:pos x="276" y="36"/>
                </a:cxn>
                <a:cxn ang="0">
                  <a:pos x="281" y="40"/>
                </a:cxn>
                <a:cxn ang="0">
                  <a:pos x="259" y="80"/>
                </a:cxn>
                <a:cxn ang="0">
                  <a:pos x="227" y="149"/>
                </a:cxn>
                <a:cxn ang="0">
                  <a:pos x="254" y="152"/>
                </a:cxn>
                <a:cxn ang="0">
                  <a:pos x="322" y="117"/>
                </a:cxn>
                <a:cxn ang="0">
                  <a:pos x="349" y="130"/>
                </a:cxn>
                <a:cxn ang="0">
                  <a:pos x="340" y="176"/>
                </a:cxn>
                <a:cxn ang="0">
                  <a:pos x="307" y="248"/>
                </a:cxn>
                <a:cxn ang="0">
                  <a:pos x="297" y="281"/>
                </a:cxn>
                <a:cxn ang="0">
                  <a:pos x="318" y="273"/>
                </a:cxn>
                <a:cxn ang="0">
                  <a:pos x="351" y="250"/>
                </a:cxn>
                <a:cxn ang="0">
                  <a:pos x="368" y="236"/>
                </a:cxn>
                <a:cxn ang="0">
                  <a:pos x="396" y="215"/>
                </a:cxn>
                <a:cxn ang="0">
                  <a:pos x="426" y="215"/>
                </a:cxn>
                <a:cxn ang="0">
                  <a:pos x="397" y="264"/>
                </a:cxn>
                <a:cxn ang="0">
                  <a:pos x="325" y="318"/>
                </a:cxn>
                <a:cxn ang="0">
                  <a:pos x="274" y="321"/>
                </a:cxn>
                <a:cxn ang="0">
                  <a:pos x="249" y="287"/>
                </a:cxn>
                <a:cxn ang="0">
                  <a:pos x="264" y="219"/>
                </a:cxn>
                <a:cxn ang="0">
                  <a:pos x="281" y="184"/>
                </a:cxn>
                <a:cxn ang="0">
                  <a:pos x="190" y="246"/>
                </a:cxn>
                <a:cxn ang="0">
                  <a:pos x="171" y="302"/>
                </a:cxn>
                <a:cxn ang="0">
                  <a:pos x="157" y="325"/>
                </a:cxn>
                <a:cxn ang="0">
                  <a:pos x="161" y="295"/>
                </a:cxn>
                <a:cxn ang="0">
                  <a:pos x="153" y="275"/>
                </a:cxn>
                <a:cxn ang="0">
                  <a:pos x="75" y="323"/>
                </a:cxn>
                <a:cxn ang="0">
                  <a:pos x="26" y="318"/>
                </a:cxn>
                <a:cxn ang="0">
                  <a:pos x="0" y="275"/>
                </a:cxn>
                <a:cxn ang="0">
                  <a:pos x="425" y="171"/>
                </a:cxn>
                <a:cxn ang="0">
                  <a:pos x="433" y="150"/>
                </a:cxn>
                <a:cxn ang="0">
                  <a:pos x="451" y="162"/>
                </a:cxn>
                <a:cxn ang="0">
                  <a:pos x="443" y="177"/>
                </a:cxn>
              </a:cxnLst>
              <a:rect l="0" t="0" r="r" b="b"/>
              <a:pathLst>
                <a:path w="451" h="327">
                  <a:moveTo>
                    <a:pt x="0" y="261"/>
                  </a:moveTo>
                  <a:lnTo>
                    <a:pt x="3" y="238"/>
                  </a:lnTo>
                  <a:lnTo>
                    <a:pt x="10" y="216"/>
                  </a:lnTo>
                  <a:lnTo>
                    <a:pt x="18" y="194"/>
                  </a:lnTo>
                  <a:lnTo>
                    <a:pt x="29" y="174"/>
                  </a:lnTo>
                  <a:lnTo>
                    <a:pt x="39" y="155"/>
                  </a:lnTo>
                  <a:lnTo>
                    <a:pt x="59" y="126"/>
                  </a:lnTo>
                  <a:lnTo>
                    <a:pt x="82" y="99"/>
                  </a:lnTo>
                  <a:lnTo>
                    <a:pt x="68" y="101"/>
                  </a:lnTo>
                  <a:lnTo>
                    <a:pt x="53" y="104"/>
                  </a:lnTo>
                  <a:lnTo>
                    <a:pt x="52" y="104"/>
                  </a:lnTo>
                  <a:lnTo>
                    <a:pt x="50" y="104"/>
                  </a:lnTo>
                  <a:lnTo>
                    <a:pt x="49" y="103"/>
                  </a:lnTo>
                  <a:lnTo>
                    <a:pt x="49" y="100"/>
                  </a:lnTo>
                  <a:lnTo>
                    <a:pt x="50" y="98"/>
                  </a:lnTo>
                  <a:lnTo>
                    <a:pt x="51" y="97"/>
                  </a:lnTo>
                  <a:lnTo>
                    <a:pt x="71" y="92"/>
                  </a:lnTo>
                  <a:lnTo>
                    <a:pt x="92" y="87"/>
                  </a:lnTo>
                  <a:lnTo>
                    <a:pt x="105" y="72"/>
                  </a:lnTo>
                  <a:lnTo>
                    <a:pt x="116" y="59"/>
                  </a:lnTo>
                  <a:lnTo>
                    <a:pt x="127" y="47"/>
                  </a:lnTo>
                  <a:lnTo>
                    <a:pt x="138" y="36"/>
                  </a:lnTo>
                  <a:lnTo>
                    <a:pt x="149" y="25"/>
                  </a:lnTo>
                  <a:lnTo>
                    <a:pt x="156" y="18"/>
                  </a:lnTo>
                  <a:lnTo>
                    <a:pt x="164" y="10"/>
                  </a:lnTo>
                  <a:lnTo>
                    <a:pt x="174" y="4"/>
                  </a:lnTo>
                  <a:lnTo>
                    <a:pt x="184" y="0"/>
                  </a:lnTo>
                  <a:lnTo>
                    <a:pt x="190" y="0"/>
                  </a:lnTo>
                  <a:lnTo>
                    <a:pt x="196" y="2"/>
                  </a:lnTo>
                  <a:lnTo>
                    <a:pt x="202" y="4"/>
                  </a:lnTo>
                  <a:lnTo>
                    <a:pt x="206" y="7"/>
                  </a:lnTo>
                  <a:lnTo>
                    <a:pt x="207" y="11"/>
                  </a:lnTo>
                  <a:lnTo>
                    <a:pt x="206" y="17"/>
                  </a:lnTo>
                  <a:lnTo>
                    <a:pt x="184" y="42"/>
                  </a:lnTo>
                  <a:lnTo>
                    <a:pt x="173" y="55"/>
                  </a:lnTo>
                  <a:lnTo>
                    <a:pt x="160" y="72"/>
                  </a:lnTo>
                  <a:lnTo>
                    <a:pt x="213" y="63"/>
                  </a:lnTo>
                  <a:lnTo>
                    <a:pt x="216" y="64"/>
                  </a:lnTo>
                  <a:lnTo>
                    <a:pt x="218" y="65"/>
                  </a:lnTo>
                  <a:lnTo>
                    <a:pt x="220" y="68"/>
                  </a:lnTo>
                  <a:lnTo>
                    <a:pt x="219" y="69"/>
                  </a:lnTo>
                  <a:lnTo>
                    <a:pt x="217" y="71"/>
                  </a:lnTo>
                  <a:lnTo>
                    <a:pt x="215" y="73"/>
                  </a:lnTo>
                  <a:lnTo>
                    <a:pt x="213" y="73"/>
                  </a:lnTo>
                  <a:lnTo>
                    <a:pt x="212" y="73"/>
                  </a:lnTo>
                  <a:lnTo>
                    <a:pt x="210" y="74"/>
                  </a:lnTo>
                  <a:lnTo>
                    <a:pt x="206" y="75"/>
                  </a:lnTo>
                  <a:lnTo>
                    <a:pt x="200" y="76"/>
                  </a:lnTo>
                  <a:lnTo>
                    <a:pt x="193" y="77"/>
                  </a:lnTo>
                  <a:lnTo>
                    <a:pt x="182" y="79"/>
                  </a:lnTo>
                  <a:lnTo>
                    <a:pt x="150" y="84"/>
                  </a:lnTo>
                  <a:lnTo>
                    <a:pt x="148" y="86"/>
                  </a:lnTo>
                  <a:lnTo>
                    <a:pt x="148" y="87"/>
                  </a:lnTo>
                  <a:lnTo>
                    <a:pt x="129" y="112"/>
                  </a:lnTo>
                  <a:lnTo>
                    <a:pt x="112" y="137"/>
                  </a:lnTo>
                  <a:lnTo>
                    <a:pt x="97" y="161"/>
                  </a:lnTo>
                  <a:lnTo>
                    <a:pt x="84" y="184"/>
                  </a:lnTo>
                  <a:lnTo>
                    <a:pt x="72" y="209"/>
                  </a:lnTo>
                  <a:lnTo>
                    <a:pt x="63" y="235"/>
                  </a:lnTo>
                  <a:lnTo>
                    <a:pt x="56" y="262"/>
                  </a:lnTo>
                  <a:lnTo>
                    <a:pt x="56" y="266"/>
                  </a:lnTo>
                  <a:lnTo>
                    <a:pt x="56" y="270"/>
                  </a:lnTo>
                  <a:lnTo>
                    <a:pt x="56" y="274"/>
                  </a:lnTo>
                  <a:lnTo>
                    <a:pt x="58" y="277"/>
                  </a:lnTo>
                  <a:lnTo>
                    <a:pt x="62" y="276"/>
                  </a:lnTo>
                  <a:lnTo>
                    <a:pt x="66" y="275"/>
                  </a:lnTo>
                  <a:lnTo>
                    <a:pt x="70" y="273"/>
                  </a:lnTo>
                  <a:lnTo>
                    <a:pt x="104" y="253"/>
                  </a:lnTo>
                  <a:lnTo>
                    <a:pt x="136" y="232"/>
                  </a:lnTo>
                  <a:lnTo>
                    <a:pt x="167" y="209"/>
                  </a:lnTo>
                  <a:lnTo>
                    <a:pt x="200" y="188"/>
                  </a:lnTo>
                  <a:lnTo>
                    <a:pt x="221" y="137"/>
                  </a:lnTo>
                  <a:lnTo>
                    <a:pt x="245" y="87"/>
                  </a:lnTo>
                  <a:lnTo>
                    <a:pt x="271" y="40"/>
                  </a:lnTo>
                  <a:lnTo>
                    <a:pt x="273" y="38"/>
                  </a:lnTo>
                  <a:lnTo>
                    <a:pt x="276" y="36"/>
                  </a:lnTo>
                  <a:lnTo>
                    <a:pt x="278" y="36"/>
                  </a:lnTo>
                  <a:lnTo>
                    <a:pt x="279" y="37"/>
                  </a:lnTo>
                  <a:lnTo>
                    <a:pt x="280" y="38"/>
                  </a:lnTo>
                  <a:lnTo>
                    <a:pt x="281" y="40"/>
                  </a:lnTo>
                  <a:lnTo>
                    <a:pt x="280" y="41"/>
                  </a:lnTo>
                  <a:lnTo>
                    <a:pt x="275" y="52"/>
                  </a:lnTo>
                  <a:lnTo>
                    <a:pt x="268" y="66"/>
                  </a:lnTo>
                  <a:lnTo>
                    <a:pt x="259" y="80"/>
                  </a:lnTo>
                  <a:lnTo>
                    <a:pt x="251" y="97"/>
                  </a:lnTo>
                  <a:lnTo>
                    <a:pt x="243" y="115"/>
                  </a:lnTo>
                  <a:lnTo>
                    <a:pt x="235" y="132"/>
                  </a:lnTo>
                  <a:lnTo>
                    <a:pt x="227" y="149"/>
                  </a:lnTo>
                  <a:lnTo>
                    <a:pt x="220" y="164"/>
                  </a:lnTo>
                  <a:lnTo>
                    <a:pt x="216" y="177"/>
                  </a:lnTo>
                  <a:lnTo>
                    <a:pt x="234" y="164"/>
                  </a:lnTo>
                  <a:lnTo>
                    <a:pt x="254" y="152"/>
                  </a:lnTo>
                  <a:lnTo>
                    <a:pt x="276" y="139"/>
                  </a:lnTo>
                  <a:lnTo>
                    <a:pt x="296" y="128"/>
                  </a:lnTo>
                  <a:lnTo>
                    <a:pt x="315" y="118"/>
                  </a:lnTo>
                  <a:lnTo>
                    <a:pt x="322" y="117"/>
                  </a:lnTo>
                  <a:lnTo>
                    <a:pt x="330" y="117"/>
                  </a:lnTo>
                  <a:lnTo>
                    <a:pt x="338" y="119"/>
                  </a:lnTo>
                  <a:lnTo>
                    <a:pt x="344" y="123"/>
                  </a:lnTo>
                  <a:lnTo>
                    <a:pt x="349" y="130"/>
                  </a:lnTo>
                  <a:lnTo>
                    <a:pt x="351" y="137"/>
                  </a:lnTo>
                  <a:lnTo>
                    <a:pt x="351" y="146"/>
                  </a:lnTo>
                  <a:lnTo>
                    <a:pt x="349" y="153"/>
                  </a:lnTo>
                  <a:lnTo>
                    <a:pt x="340" y="176"/>
                  </a:lnTo>
                  <a:lnTo>
                    <a:pt x="331" y="197"/>
                  </a:lnTo>
                  <a:lnTo>
                    <a:pt x="320" y="218"/>
                  </a:lnTo>
                  <a:lnTo>
                    <a:pt x="310" y="240"/>
                  </a:lnTo>
                  <a:lnTo>
                    <a:pt x="307" y="248"/>
                  </a:lnTo>
                  <a:lnTo>
                    <a:pt x="303" y="257"/>
                  </a:lnTo>
                  <a:lnTo>
                    <a:pt x="299" y="266"/>
                  </a:lnTo>
                  <a:lnTo>
                    <a:pt x="297" y="274"/>
                  </a:lnTo>
                  <a:lnTo>
                    <a:pt x="297" y="281"/>
                  </a:lnTo>
                  <a:lnTo>
                    <a:pt x="299" y="282"/>
                  </a:lnTo>
                  <a:lnTo>
                    <a:pt x="303" y="281"/>
                  </a:lnTo>
                  <a:lnTo>
                    <a:pt x="310" y="278"/>
                  </a:lnTo>
                  <a:lnTo>
                    <a:pt x="318" y="273"/>
                  </a:lnTo>
                  <a:lnTo>
                    <a:pt x="326" y="268"/>
                  </a:lnTo>
                  <a:lnTo>
                    <a:pt x="335" y="262"/>
                  </a:lnTo>
                  <a:lnTo>
                    <a:pt x="344" y="256"/>
                  </a:lnTo>
                  <a:lnTo>
                    <a:pt x="351" y="250"/>
                  </a:lnTo>
                  <a:lnTo>
                    <a:pt x="357" y="246"/>
                  </a:lnTo>
                  <a:lnTo>
                    <a:pt x="361" y="243"/>
                  </a:lnTo>
                  <a:lnTo>
                    <a:pt x="364" y="240"/>
                  </a:lnTo>
                  <a:lnTo>
                    <a:pt x="368" y="236"/>
                  </a:lnTo>
                  <a:lnTo>
                    <a:pt x="381" y="227"/>
                  </a:lnTo>
                  <a:lnTo>
                    <a:pt x="386" y="222"/>
                  </a:lnTo>
                  <a:lnTo>
                    <a:pt x="389" y="220"/>
                  </a:lnTo>
                  <a:lnTo>
                    <a:pt x="396" y="215"/>
                  </a:lnTo>
                  <a:lnTo>
                    <a:pt x="403" y="212"/>
                  </a:lnTo>
                  <a:lnTo>
                    <a:pt x="410" y="212"/>
                  </a:lnTo>
                  <a:lnTo>
                    <a:pt x="418" y="212"/>
                  </a:lnTo>
                  <a:lnTo>
                    <a:pt x="426" y="215"/>
                  </a:lnTo>
                  <a:lnTo>
                    <a:pt x="430" y="220"/>
                  </a:lnTo>
                  <a:lnTo>
                    <a:pt x="432" y="225"/>
                  </a:lnTo>
                  <a:lnTo>
                    <a:pt x="430" y="230"/>
                  </a:lnTo>
                  <a:lnTo>
                    <a:pt x="397" y="264"/>
                  </a:lnTo>
                  <a:lnTo>
                    <a:pt x="380" y="280"/>
                  </a:lnTo>
                  <a:lnTo>
                    <a:pt x="362" y="295"/>
                  </a:lnTo>
                  <a:lnTo>
                    <a:pt x="344" y="307"/>
                  </a:lnTo>
                  <a:lnTo>
                    <a:pt x="325" y="318"/>
                  </a:lnTo>
                  <a:lnTo>
                    <a:pt x="304" y="325"/>
                  </a:lnTo>
                  <a:lnTo>
                    <a:pt x="294" y="327"/>
                  </a:lnTo>
                  <a:lnTo>
                    <a:pt x="284" y="325"/>
                  </a:lnTo>
                  <a:lnTo>
                    <a:pt x="274" y="321"/>
                  </a:lnTo>
                  <a:lnTo>
                    <a:pt x="265" y="316"/>
                  </a:lnTo>
                  <a:lnTo>
                    <a:pt x="257" y="308"/>
                  </a:lnTo>
                  <a:lnTo>
                    <a:pt x="252" y="298"/>
                  </a:lnTo>
                  <a:lnTo>
                    <a:pt x="249" y="287"/>
                  </a:lnTo>
                  <a:lnTo>
                    <a:pt x="249" y="269"/>
                  </a:lnTo>
                  <a:lnTo>
                    <a:pt x="253" y="252"/>
                  </a:lnTo>
                  <a:lnTo>
                    <a:pt x="258" y="236"/>
                  </a:lnTo>
                  <a:lnTo>
                    <a:pt x="264" y="219"/>
                  </a:lnTo>
                  <a:lnTo>
                    <a:pt x="267" y="212"/>
                  </a:lnTo>
                  <a:lnTo>
                    <a:pt x="272" y="203"/>
                  </a:lnTo>
                  <a:lnTo>
                    <a:pt x="276" y="193"/>
                  </a:lnTo>
                  <a:lnTo>
                    <a:pt x="281" y="184"/>
                  </a:lnTo>
                  <a:lnTo>
                    <a:pt x="285" y="177"/>
                  </a:lnTo>
                  <a:lnTo>
                    <a:pt x="253" y="198"/>
                  </a:lnTo>
                  <a:lnTo>
                    <a:pt x="221" y="221"/>
                  </a:lnTo>
                  <a:lnTo>
                    <a:pt x="190" y="246"/>
                  </a:lnTo>
                  <a:lnTo>
                    <a:pt x="184" y="261"/>
                  </a:lnTo>
                  <a:lnTo>
                    <a:pt x="179" y="275"/>
                  </a:lnTo>
                  <a:lnTo>
                    <a:pt x="175" y="288"/>
                  </a:lnTo>
                  <a:lnTo>
                    <a:pt x="171" y="302"/>
                  </a:lnTo>
                  <a:lnTo>
                    <a:pt x="167" y="319"/>
                  </a:lnTo>
                  <a:lnTo>
                    <a:pt x="164" y="323"/>
                  </a:lnTo>
                  <a:lnTo>
                    <a:pt x="161" y="325"/>
                  </a:lnTo>
                  <a:lnTo>
                    <a:pt x="157" y="325"/>
                  </a:lnTo>
                  <a:lnTo>
                    <a:pt x="154" y="323"/>
                  </a:lnTo>
                  <a:lnTo>
                    <a:pt x="154" y="318"/>
                  </a:lnTo>
                  <a:lnTo>
                    <a:pt x="157" y="308"/>
                  </a:lnTo>
                  <a:lnTo>
                    <a:pt x="161" y="295"/>
                  </a:lnTo>
                  <a:lnTo>
                    <a:pt x="165" y="281"/>
                  </a:lnTo>
                  <a:lnTo>
                    <a:pt x="170" y="269"/>
                  </a:lnTo>
                  <a:lnTo>
                    <a:pt x="174" y="258"/>
                  </a:lnTo>
                  <a:lnTo>
                    <a:pt x="153" y="275"/>
                  </a:lnTo>
                  <a:lnTo>
                    <a:pt x="131" y="291"/>
                  </a:lnTo>
                  <a:lnTo>
                    <a:pt x="110" y="306"/>
                  </a:lnTo>
                  <a:lnTo>
                    <a:pt x="87" y="318"/>
                  </a:lnTo>
                  <a:lnTo>
                    <a:pt x="75" y="323"/>
                  </a:lnTo>
                  <a:lnTo>
                    <a:pt x="62" y="326"/>
                  </a:lnTo>
                  <a:lnTo>
                    <a:pt x="50" y="327"/>
                  </a:lnTo>
                  <a:lnTo>
                    <a:pt x="39" y="324"/>
                  </a:lnTo>
                  <a:lnTo>
                    <a:pt x="26" y="318"/>
                  </a:lnTo>
                  <a:lnTo>
                    <a:pt x="16" y="310"/>
                  </a:lnTo>
                  <a:lnTo>
                    <a:pt x="8" y="300"/>
                  </a:lnTo>
                  <a:lnTo>
                    <a:pt x="3" y="288"/>
                  </a:lnTo>
                  <a:lnTo>
                    <a:pt x="0" y="275"/>
                  </a:lnTo>
                  <a:lnTo>
                    <a:pt x="0" y="261"/>
                  </a:lnTo>
                  <a:close/>
                  <a:moveTo>
                    <a:pt x="435" y="178"/>
                  </a:moveTo>
                  <a:lnTo>
                    <a:pt x="429" y="176"/>
                  </a:lnTo>
                  <a:lnTo>
                    <a:pt x="425" y="171"/>
                  </a:lnTo>
                  <a:lnTo>
                    <a:pt x="423" y="166"/>
                  </a:lnTo>
                  <a:lnTo>
                    <a:pt x="423" y="160"/>
                  </a:lnTo>
                  <a:lnTo>
                    <a:pt x="428" y="153"/>
                  </a:lnTo>
                  <a:lnTo>
                    <a:pt x="433" y="150"/>
                  </a:lnTo>
                  <a:lnTo>
                    <a:pt x="440" y="150"/>
                  </a:lnTo>
                  <a:lnTo>
                    <a:pt x="445" y="153"/>
                  </a:lnTo>
                  <a:lnTo>
                    <a:pt x="449" y="156"/>
                  </a:lnTo>
                  <a:lnTo>
                    <a:pt x="451" y="162"/>
                  </a:lnTo>
                  <a:lnTo>
                    <a:pt x="450" y="168"/>
                  </a:lnTo>
                  <a:lnTo>
                    <a:pt x="446" y="174"/>
                  </a:lnTo>
                  <a:lnTo>
                    <a:pt x="444" y="176"/>
                  </a:lnTo>
                  <a:lnTo>
                    <a:pt x="443" y="177"/>
                  </a:lnTo>
                  <a:lnTo>
                    <a:pt x="440" y="178"/>
                  </a:lnTo>
                  <a:lnTo>
                    <a:pt x="435" y="178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solidFill>
                  <a:srgbClr val="000000"/>
                </a:solidFill>
              </a:endParaRPr>
            </a:p>
          </p:txBody>
        </p:sp>
      </p:grpSp>
      <p:sp>
        <p:nvSpPr>
          <p:cNvPr id="3" name="Fußzeilenplatzhalter 2"/>
          <p:cNvSpPr>
            <a:spLocks noGrp="1"/>
          </p:cNvSpPr>
          <p:nvPr>
            <p:ph type="ftr" sz="quarter" idx="16"/>
          </p:nvPr>
        </p:nvSpPr>
        <p:spPr>
          <a:xfrm>
            <a:off x="1680000" y="6565294"/>
            <a:ext cx="8832000" cy="292706"/>
          </a:xfrm>
          <a:prstGeom prst="rect">
            <a:avLst/>
          </a:prstGeom>
        </p:spPr>
        <p:txBody>
          <a:bodyPr/>
          <a:lstStyle>
            <a:lvl1pPr>
              <a:defRPr kumimoji="0" lang="de-DE" sz="1200" b="0" i="0" u="none" strike="noStrike" kern="1200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umnst777 BT" pitchFamily="34" charset="0"/>
                <a:ea typeface="+mn-ea"/>
                <a:cs typeface="+mn-cs"/>
              </a:defRPr>
            </a:lvl1pPr>
          </a:lstStyle>
          <a:p>
            <a:r>
              <a:t>Softwareprojekt WS2013/2014 - Einführungsveranstaltung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7"/>
          </p:nvPr>
        </p:nvSpPr>
        <p:spPr>
          <a:xfrm>
            <a:off x="11376587" y="6555014"/>
            <a:ext cx="796387" cy="309563"/>
          </a:xfrm>
          <a:prstGeom prst="rect">
            <a:avLst/>
          </a:prstGeom>
        </p:spPr>
        <p:txBody>
          <a:bodyPr/>
          <a:lstStyle>
            <a:lvl1pPr>
              <a:defRPr kumimoji="0" lang="de-DE" sz="1200" b="0" i="0" u="none" strike="noStrike" kern="1200" cap="none" spc="0" normalizeH="0" baseline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umnst777 BT" pitchFamily="34" charset="0"/>
                <a:ea typeface="+mn-ea"/>
                <a:cs typeface="+mn-cs"/>
              </a:defRPr>
            </a:lvl1pPr>
          </a:lstStyle>
          <a:p>
            <a:fld id="{0C1FC47C-A1D5-4C48-8F8A-F662E4441182}" type="slidenum">
              <a:rPr/>
              <a:pPr/>
              <a:t>‹Nr.›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393545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613AAC1-C0E9-42D5-A62D-862E468AA327}" type="datetimeFigureOut">
              <a:rPr lang="en-US">
                <a:solidFill>
                  <a:srgbClr val="000000"/>
                </a:solidFill>
              </a:rPr>
              <a:pPr/>
              <a:t>2/12/2026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88B8125-54F3-461E-BDE5-9441DFBE2DE0}" type="slidenum">
              <a:rPr lang="en-US">
                <a:solidFill>
                  <a:srgbClr val="000000"/>
                </a:solidFill>
              </a:rPr>
              <a:pPr/>
              <a:t>‹Nr.›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08034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2"/>
          <p:cNvSpPr>
            <a:spLocks noChangeArrowheads="1"/>
          </p:cNvSpPr>
          <p:nvPr userDrawn="1"/>
        </p:nvSpPr>
        <p:spPr bwMode="auto">
          <a:xfrm>
            <a:off x="0" y="6082402"/>
            <a:ext cx="12192000" cy="775598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en-GB">
              <a:solidFill>
                <a:schemeClr val="tx1"/>
              </a:solidFill>
              <a:ea typeface="ＭＳ Ｐゴシック" pitchFamily="1" charset="-128"/>
            </a:endParaRPr>
          </a:p>
        </p:txBody>
      </p:sp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609600" y="203853"/>
            <a:ext cx="10972800" cy="5620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609600" y="959096"/>
            <a:ext cx="10972800" cy="51016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grpSp>
        <p:nvGrpSpPr>
          <p:cNvPr id="7" name="Gruppieren 25"/>
          <p:cNvGrpSpPr>
            <a:grpSpLocks/>
          </p:cNvGrpSpPr>
          <p:nvPr userDrawn="1"/>
        </p:nvGrpSpPr>
        <p:grpSpPr bwMode="auto">
          <a:xfrm>
            <a:off x="0" y="0"/>
            <a:ext cx="609600" cy="6082402"/>
            <a:chOff x="0" y="0"/>
            <a:chExt cx="457200" cy="5943600"/>
          </a:xfrm>
        </p:grpSpPr>
        <p:sp>
          <p:nvSpPr>
            <p:cNvPr id="8" name="Rectangle 15"/>
            <p:cNvSpPr>
              <a:spLocks noChangeArrowheads="1"/>
            </p:cNvSpPr>
            <p:nvPr userDrawn="1"/>
          </p:nvSpPr>
          <p:spPr bwMode="auto">
            <a:xfrm>
              <a:off x="0" y="0"/>
              <a:ext cx="457200" cy="5181600"/>
            </a:xfrm>
            <a:prstGeom prst="rect">
              <a:avLst/>
            </a:prstGeom>
            <a:solidFill>
              <a:srgbClr val="FF7900">
                <a:alpha val="60001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defRPr/>
              </a:pPr>
              <a:endParaRPr lang="en-US">
                <a:solidFill>
                  <a:srgbClr val="000000"/>
                </a:solidFill>
                <a:ea typeface="ＭＳ Ｐゴシック" pitchFamily="1" charset="-128"/>
              </a:endParaRPr>
            </a:p>
          </p:txBody>
        </p:sp>
        <p:sp>
          <p:nvSpPr>
            <p:cNvPr id="9" name="Rectangle 10"/>
            <p:cNvSpPr>
              <a:spLocks noChangeArrowheads="1"/>
            </p:cNvSpPr>
            <p:nvPr userDrawn="1"/>
          </p:nvSpPr>
          <p:spPr bwMode="auto">
            <a:xfrm>
              <a:off x="0" y="1905000"/>
              <a:ext cx="457200" cy="914400"/>
            </a:xfrm>
            <a:prstGeom prst="rect">
              <a:avLst/>
            </a:prstGeom>
            <a:solidFill>
              <a:srgbClr val="FF7900">
                <a:alpha val="99001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defRPr/>
              </a:pPr>
              <a:endParaRPr lang="en-US">
                <a:solidFill>
                  <a:srgbClr val="000000"/>
                </a:solidFill>
                <a:ea typeface="ＭＳ Ｐゴシック" pitchFamily="1" charset="-128"/>
              </a:endParaRPr>
            </a:p>
          </p:txBody>
        </p:sp>
        <p:sp>
          <p:nvSpPr>
            <p:cNvPr id="10" name="Rectangle 13"/>
            <p:cNvSpPr>
              <a:spLocks noChangeArrowheads="1"/>
            </p:cNvSpPr>
            <p:nvPr userDrawn="1"/>
          </p:nvSpPr>
          <p:spPr bwMode="auto">
            <a:xfrm>
              <a:off x="0" y="2819400"/>
              <a:ext cx="457200" cy="3124200"/>
            </a:xfrm>
            <a:prstGeom prst="rect">
              <a:avLst/>
            </a:prstGeom>
            <a:solidFill>
              <a:srgbClr val="FF7900">
                <a:alpha val="50000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en-GB">
                <a:solidFill>
                  <a:srgbClr val="000000"/>
                </a:solidFill>
                <a:ea typeface="ＭＳ Ｐゴシック" pitchFamily="1" charset="-128"/>
              </a:endParaRPr>
            </a:p>
          </p:txBody>
        </p:sp>
        <p:sp>
          <p:nvSpPr>
            <p:cNvPr id="11" name="Rectangle 14"/>
            <p:cNvSpPr>
              <a:spLocks noChangeArrowheads="1"/>
            </p:cNvSpPr>
            <p:nvPr userDrawn="1"/>
          </p:nvSpPr>
          <p:spPr bwMode="auto">
            <a:xfrm>
              <a:off x="0" y="1524000"/>
              <a:ext cx="457200" cy="3657600"/>
            </a:xfrm>
            <a:prstGeom prst="rect">
              <a:avLst/>
            </a:prstGeom>
            <a:solidFill>
              <a:srgbClr val="FF7900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defRPr/>
              </a:pPr>
              <a:endParaRPr lang="en-US">
                <a:solidFill>
                  <a:srgbClr val="000000"/>
                </a:solidFill>
                <a:ea typeface="ＭＳ Ｐゴシック" pitchFamily="1" charset="-128"/>
              </a:endParaRPr>
            </a:p>
          </p:txBody>
        </p:sp>
        <p:sp>
          <p:nvSpPr>
            <p:cNvPr id="12" name="Rectangle 16"/>
            <p:cNvSpPr>
              <a:spLocks noChangeArrowheads="1"/>
            </p:cNvSpPr>
            <p:nvPr userDrawn="1"/>
          </p:nvSpPr>
          <p:spPr bwMode="auto">
            <a:xfrm>
              <a:off x="0" y="3124200"/>
              <a:ext cx="457200" cy="76200"/>
            </a:xfrm>
            <a:prstGeom prst="rect">
              <a:avLst/>
            </a:prstGeom>
            <a:solidFill>
              <a:srgbClr val="FF7900">
                <a:alpha val="0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defRPr/>
              </a:pPr>
              <a:endParaRPr lang="en-US">
                <a:solidFill>
                  <a:srgbClr val="00747A"/>
                </a:solidFill>
                <a:ea typeface="ＭＳ Ｐゴシック" pitchFamily="1" charset="-128"/>
              </a:endParaRPr>
            </a:p>
          </p:txBody>
        </p:sp>
        <p:sp>
          <p:nvSpPr>
            <p:cNvPr id="13" name="Rectangle 17"/>
            <p:cNvSpPr>
              <a:spLocks noChangeArrowheads="1"/>
            </p:cNvSpPr>
            <p:nvPr userDrawn="1"/>
          </p:nvSpPr>
          <p:spPr bwMode="auto">
            <a:xfrm>
              <a:off x="0" y="381000"/>
              <a:ext cx="457200" cy="76200"/>
            </a:xfrm>
            <a:prstGeom prst="rect">
              <a:avLst/>
            </a:prstGeom>
            <a:solidFill>
              <a:srgbClr val="FF7900">
                <a:alpha val="50000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defRPr/>
              </a:pPr>
              <a:endParaRPr lang="en-US">
                <a:solidFill>
                  <a:srgbClr val="00747A"/>
                </a:solidFill>
                <a:ea typeface="ＭＳ Ｐゴシック" pitchFamily="1" charset="-128"/>
              </a:endParaRPr>
            </a:p>
          </p:txBody>
        </p:sp>
        <p:sp>
          <p:nvSpPr>
            <p:cNvPr id="14" name="Rectangle 18"/>
            <p:cNvSpPr>
              <a:spLocks noChangeArrowheads="1"/>
            </p:cNvSpPr>
            <p:nvPr userDrawn="1"/>
          </p:nvSpPr>
          <p:spPr bwMode="auto">
            <a:xfrm>
              <a:off x="0" y="5867400"/>
              <a:ext cx="457200" cy="76200"/>
            </a:xfrm>
            <a:prstGeom prst="rect">
              <a:avLst/>
            </a:prstGeom>
            <a:solidFill>
              <a:schemeClr val="bg1">
                <a:alpha val="45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defRPr/>
              </a:pPr>
              <a:endParaRPr lang="en-US">
                <a:solidFill>
                  <a:srgbClr val="00747A"/>
                </a:solidFill>
                <a:ea typeface="ＭＳ Ｐゴシック" pitchFamily="1" charset="-128"/>
              </a:endParaRPr>
            </a:p>
          </p:txBody>
        </p:sp>
        <p:sp>
          <p:nvSpPr>
            <p:cNvPr id="15" name="Rectangle 22"/>
            <p:cNvSpPr>
              <a:spLocks noChangeArrowheads="1"/>
            </p:cNvSpPr>
            <p:nvPr userDrawn="1"/>
          </p:nvSpPr>
          <p:spPr bwMode="auto">
            <a:xfrm>
              <a:off x="0" y="0"/>
              <a:ext cx="457200" cy="457200"/>
            </a:xfrm>
            <a:prstGeom prst="rect">
              <a:avLst/>
            </a:prstGeom>
            <a:solidFill>
              <a:srgbClr val="FF7900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defRPr/>
              </a:pPr>
              <a:endParaRPr lang="en-US">
                <a:solidFill>
                  <a:srgbClr val="000000"/>
                </a:solidFill>
                <a:ea typeface="ＭＳ Ｐゴシック" pitchFamily="1" charset="-128"/>
              </a:endParaRPr>
            </a:p>
          </p:txBody>
        </p:sp>
        <p:sp>
          <p:nvSpPr>
            <p:cNvPr id="16" name="Rectangle 23"/>
            <p:cNvSpPr>
              <a:spLocks noChangeArrowheads="1"/>
            </p:cNvSpPr>
            <p:nvPr userDrawn="1"/>
          </p:nvSpPr>
          <p:spPr bwMode="auto">
            <a:xfrm>
              <a:off x="0" y="1219200"/>
              <a:ext cx="457200" cy="152400"/>
            </a:xfrm>
            <a:prstGeom prst="rect">
              <a:avLst/>
            </a:prstGeom>
            <a:solidFill>
              <a:srgbClr val="FF7900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defRPr/>
              </a:pPr>
              <a:endParaRPr lang="en-US">
                <a:solidFill>
                  <a:srgbClr val="000000"/>
                </a:solidFill>
                <a:ea typeface="ＭＳ Ｐゴシック" pitchFamily="1" charset="-128"/>
              </a:endParaRPr>
            </a:p>
          </p:txBody>
        </p:sp>
        <p:sp>
          <p:nvSpPr>
            <p:cNvPr id="17" name="Rectangle 24"/>
            <p:cNvSpPr>
              <a:spLocks noChangeArrowheads="1"/>
            </p:cNvSpPr>
            <p:nvPr userDrawn="1"/>
          </p:nvSpPr>
          <p:spPr bwMode="auto">
            <a:xfrm>
              <a:off x="0" y="5257800"/>
              <a:ext cx="457200" cy="152400"/>
            </a:xfrm>
            <a:prstGeom prst="rect">
              <a:avLst/>
            </a:prstGeom>
            <a:solidFill>
              <a:srgbClr val="FF7900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defRPr/>
              </a:pPr>
              <a:endParaRPr lang="en-US">
                <a:solidFill>
                  <a:srgbClr val="000000"/>
                </a:solidFill>
                <a:ea typeface="ＭＳ Ｐゴシック" pitchFamily="1" charset="-128"/>
              </a:endParaRPr>
            </a:p>
          </p:txBody>
        </p:sp>
      </p:grpSp>
      <p:sp>
        <p:nvSpPr>
          <p:cNvPr id="21" name="Fußzeilenplatzhalter 4"/>
          <p:cNvSpPr txBox="1">
            <a:spLocks noGrp="1"/>
          </p:cNvSpPr>
          <p:nvPr userDrawn="1"/>
        </p:nvSpPr>
        <p:spPr bwMode="auto">
          <a:xfrm>
            <a:off x="3489842" y="6125666"/>
            <a:ext cx="4992555" cy="6993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algn="ctr"/>
            <a:r>
              <a:rPr lang="de-DE" sz="1000" dirty="0">
                <a:solidFill>
                  <a:schemeClr val="bg1"/>
                </a:solidFill>
              </a:rPr>
              <a:t>(</a:t>
            </a:r>
            <a:fld id="{683AE010-9896-4990-86A8-A65F313402B6}" type="slidenum">
              <a:rPr lang="de-DE" sz="1000" smtClean="0">
                <a:solidFill>
                  <a:schemeClr val="bg1"/>
                </a:solidFill>
              </a:rPr>
              <a:pPr algn="ctr"/>
              <a:t>‹Nr.›</a:t>
            </a:fld>
            <a:r>
              <a:rPr lang="de-DE" sz="1000" dirty="0">
                <a:solidFill>
                  <a:schemeClr val="bg1"/>
                </a:solidFill>
              </a:rPr>
              <a:t>)</a:t>
            </a:r>
          </a:p>
        </p:txBody>
      </p:sp>
      <p:sp>
        <p:nvSpPr>
          <p:cNvPr id="23" name="Fußzeilenplatzhalter 4"/>
          <p:cNvSpPr txBox="1">
            <a:spLocks noGrp="1"/>
          </p:cNvSpPr>
          <p:nvPr userDrawn="1"/>
        </p:nvSpPr>
        <p:spPr bwMode="auto">
          <a:xfrm>
            <a:off x="8323919" y="6226655"/>
            <a:ext cx="3815255" cy="4870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algn="ctr"/>
            <a:r>
              <a:rPr lang="en-US" sz="1200" dirty="0">
                <a:solidFill>
                  <a:schemeClr val="accent1"/>
                </a:solidFill>
              </a:rPr>
              <a:t>A</a:t>
            </a:r>
            <a:r>
              <a:rPr lang="en-US" sz="1200" dirty="0">
                <a:solidFill>
                  <a:schemeClr val="bg1"/>
                </a:solidFill>
              </a:rPr>
              <a:t>rt-therapy </a:t>
            </a:r>
            <a:r>
              <a:rPr lang="en-US" sz="1200" dirty="0">
                <a:solidFill>
                  <a:schemeClr val="accent1"/>
                </a:solidFill>
              </a:rPr>
              <a:t>O</a:t>
            </a:r>
            <a:r>
              <a:rPr lang="en-US" sz="1200" dirty="0">
                <a:solidFill>
                  <a:schemeClr val="bg1"/>
                </a:solidFill>
              </a:rPr>
              <a:t>riented </a:t>
            </a:r>
            <a:r>
              <a:rPr lang="en-US" sz="1200" dirty="0">
                <a:solidFill>
                  <a:schemeClr val="accent1"/>
                </a:solidFill>
              </a:rPr>
              <a:t>R</a:t>
            </a:r>
            <a:r>
              <a:rPr lang="en-US" sz="1200" dirty="0">
                <a:solidFill>
                  <a:schemeClr val="bg1"/>
                </a:solidFill>
              </a:rPr>
              <a:t>eengineering (</a:t>
            </a:r>
            <a:r>
              <a:rPr lang="en-US" sz="1200" dirty="0">
                <a:solidFill>
                  <a:schemeClr val="accent1"/>
                </a:solidFill>
              </a:rPr>
              <a:t>AOR</a:t>
            </a:r>
            <a:r>
              <a:rPr lang="en-US" sz="1200" dirty="0">
                <a:solidFill>
                  <a:schemeClr val="bg1"/>
                </a:solidFill>
              </a:rPr>
              <a:t>) Studio</a:t>
            </a:r>
            <a:endParaRPr lang="de-DE" sz="1200" dirty="0">
              <a:solidFill>
                <a:schemeClr val="bg1"/>
              </a:solidFill>
            </a:endParaRP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EF9D1654-E7F2-2F77-F305-860A55EC9598}"/>
              </a:ext>
            </a:extLst>
          </p:cNvPr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>
            <a:off x="299744" y="6160381"/>
            <a:ext cx="619712" cy="571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31534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3000" b="1" kern="1200">
          <a:solidFill>
            <a:schemeClr val="accent3">
              <a:lumMod val="75000"/>
            </a:schemeClr>
          </a:solidFill>
          <a:latin typeface="Arial" pitchFamily="34" charset="0"/>
          <a:ea typeface="+mj-ea"/>
          <a:cs typeface="Arial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2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18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16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4A60FDDB-0DB9-1598-2F4E-6E63E09873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Parte-A: </a:t>
            </a:r>
            <a:r>
              <a:rPr lang="pt-BR" dirty="0"/>
              <a:t>9 codificações: de 1 a 9</a:t>
            </a:r>
            <a:endParaRPr lang="en-US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pt-BR" dirty="0">
                <a:solidFill>
                  <a:sysClr val="windowText" lastClr="000000"/>
                </a:solidFill>
                <a:latin typeface="Aptos" panose="02110004020202020204"/>
              </a:rPr>
              <a:t>Ilustrações/codificações artísticas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ysClr val="windowText" lastClr="000000"/>
                </a:solidFill>
                <a:latin typeface="Aptos" panose="02110004020202020204"/>
              </a:rPr>
              <a:t>Art-illustrations/codifications </a:t>
            </a:r>
            <a:endParaRPr lang="en-US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B944C993-094C-13DD-6588-E6F053C4A5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1862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feld 4">
            <a:extLst>
              <a:ext uri="{FF2B5EF4-FFF2-40B4-BE49-F238E27FC236}">
                <a16:creationId xmlns:a16="http://schemas.microsoft.com/office/drawing/2014/main" id="{7DB5529B-0341-E383-2294-C9196F653D24}"/>
              </a:ext>
            </a:extLst>
          </p:cNvPr>
          <p:cNvSpPr txBox="1"/>
          <p:nvPr/>
        </p:nvSpPr>
        <p:spPr>
          <a:xfrm>
            <a:off x="3748244" y="6069075"/>
            <a:ext cx="808121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Ref: [F81] Frerie, Paulo, Der Lehrer ist Politiker und Künstler: Neue Texte zu befreiender Bildungsarbeit 1280-ISBN: 3499174464 Rowohlt Taschenbuch; 1. Edition: 1. Oktober (1981) 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7" name="Grafik 6" descr="Ein Bild, das Kunst, Cartoon enthält.&#10;&#10;KI-generierte Inhalte können fehlerhaft sein.">
            <a:extLst>
              <a:ext uri="{FF2B5EF4-FFF2-40B4-BE49-F238E27FC236}">
                <a16:creationId xmlns:a16="http://schemas.microsoft.com/office/drawing/2014/main" id="{7BC5C063-60BF-2219-4739-69846B7F37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6133" y="877983"/>
            <a:ext cx="2477835" cy="3464585"/>
          </a:xfrm>
          <a:prstGeom prst="rect">
            <a:avLst/>
          </a:prstGeom>
        </p:spPr>
      </p:pic>
      <p:sp>
        <p:nvSpPr>
          <p:cNvPr id="8" name="Ellipse 7">
            <a:extLst>
              <a:ext uri="{FF2B5EF4-FFF2-40B4-BE49-F238E27FC236}">
                <a16:creationId xmlns:a16="http://schemas.microsoft.com/office/drawing/2014/main" id="{C011387C-BC45-9F9B-16F3-C0DE758F75DD}"/>
              </a:ext>
            </a:extLst>
          </p:cNvPr>
          <p:cNvSpPr/>
          <p:nvPr/>
        </p:nvSpPr>
        <p:spPr>
          <a:xfrm>
            <a:off x="3212776" y="705932"/>
            <a:ext cx="413886" cy="344102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0" name="Grafik 9" descr="Ein Bild, das Entwurf, Menschliches Gesicht, Darstellung, Zeichnung enthält.&#10;&#10;KI-generierte Inhalte können fehlerhaft sein.">
            <a:extLst>
              <a:ext uri="{FF2B5EF4-FFF2-40B4-BE49-F238E27FC236}">
                <a16:creationId xmlns:a16="http://schemas.microsoft.com/office/drawing/2014/main" id="{BD7981DE-9A1E-5FB3-892A-557415B71B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6983" y="881101"/>
            <a:ext cx="2709380" cy="3461467"/>
          </a:xfrm>
          <a:prstGeom prst="rect">
            <a:avLst/>
          </a:prstGeom>
        </p:spPr>
      </p:pic>
      <p:sp>
        <p:nvSpPr>
          <p:cNvPr id="11" name="Ellipse 10">
            <a:extLst>
              <a:ext uri="{FF2B5EF4-FFF2-40B4-BE49-F238E27FC236}">
                <a16:creationId xmlns:a16="http://schemas.microsoft.com/office/drawing/2014/main" id="{ABF4B22F-8EA4-B5AB-68D8-1314A60829CD}"/>
              </a:ext>
            </a:extLst>
          </p:cNvPr>
          <p:cNvSpPr/>
          <p:nvPr/>
        </p:nvSpPr>
        <p:spPr>
          <a:xfrm>
            <a:off x="6115513" y="809566"/>
            <a:ext cx="413886" cy="344102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828C8193-9BC6-6068-04DB-98E566AC6DA2}"/>
              </a:ext>
            </a:extLst>
          </p:cNvPr>
          <p:cNvSpPr/>
          <p:nvPr/>
        </p:nvSpPr>
        <p:spPr>
          <a:xfrm>
            <a:off x="6077325" y="2471524"/>
            <a:ext cx="413886" cy="344102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3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Ellipse 12">
            <a:extLst>
              <a:ext uri="{FF2B5EF4-FFF2-40B4-BE49-F238E27FC236}">
                <a16:creationId xmlns:a16="http://schemas.microsoft.com/office/drawing/2014/main" id="{C8046A61-8869-8AA8-8626-4FA9AAACB4F6}"/>
              </a:ext>
            </a:extLst>
          </p:cNvPr>
          <p:cNvSpPr/>
          <p:nvPr/>
        </p:nvSpPr>
        <p:spPr>
          <a:xfrm>
            <a:off x="7411337" y="2441315"/>
            <a:ext cx="413886" cy="344102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4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57D05737-5590-467D-1165-5E8D67E32645}"/>
              </a:ext>
            </a:extLst>
          </p:cNvPr>
          <p:cNvSpPr txBox="1"/>
          <p:nvPr/>
        </p:nvSpPr>
        <p:spPr>
          <a:xfrm>
            <a:off x="3626546" y="4967255"/>
            <a:ext cx="609760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can you describe your interpretation of these codifications ? </a:t>
            </a: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3E79643E-164D-7E65-AD41-497774F4E850}"/>
              </a:ext>
            </a:extLst>
          </p:cNvPr>
          <p:cNvSpPr txBox="1"/>
          <p:nvPr/>
        </p:nvSpPr>
        <p:spPr>
          <a:xfrm>
            <a:off x="3344172" y="4581217"/>
            <a:ext cx="55617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Você poderia descrever sua interpretação dessas codificações?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076487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30A14E-FFB6-AAAF-9156-24A049B1E3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feld 4">
            <a:extLst>
              <a:ext uri="{FF2B5EF4-FFF2-40B4-BE49-F238E27FC236}">
                <a16:creationId xmlns:a16="http://schemas.microsoft.com/office/drawing/2014/main" id="{2EC95E37-AD35-6A06-3375-8A1B560B96CD}"/>
              </a:ext>
            </a:extLst>
          </p:cNvPr>
          <p:cNvSpPr txBox="1"/>
          <p:nvPr/>
        </p:nvSpPr>
        <p:spPr>
          <a:xfrm>
            <a:off x="802907" y="5732191"/>
            <a:ext cx="808121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Ref: [F81] Frerie, Paulo, Der Lehrer ist Politiker und Künstler: Neue Texte zu befreiender Bildungsarbeit 1280-ISBN: 3499174464 Rowohlt Taschenbuch; 1. Edition: 1. Oktober (1981) 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6C2F4D97-CC9F-DDC3-9D35-425FBB7B77FD}"/>
              </a:ext>
            </a:extLst>
          </p:cNvPr>
          <p:cNvSpPr txBox="1"/>
          <p:nvPr/>
        </p:nvSpPr>
        <p:spPr>
          <a:xfrm>
            <a:off x="802907" y="380583"/>
            <a:ext cx="609760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can you describe your interpretation of these codifications ? </a:t>
            </a: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EF8EB5D1-4832-CE6E-7342-67BBA4AE76F9}"/>
              </a:ext>
            </a:extLst>
          </p:cNvPr>
          <p:cNvSpPr txBox="1"/>
          <p:nvPr/>
        </p:nvSpPr>
        <p:spPr>
          <a:xfrm>
            <a:off x="802907" y="94440"/>
            <a:ext cx="55617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Você poderia descrever sua interpretação dessas codificações?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3" name="Grafik 2" descr="Ein Bild, das Weihnachtsbaum, Schwarzweiß enthält.&#10;&#10;KI-generierte Inhalte können fehlerhaft sein.">
            <a:extLst>
              <a:ext uri="{FF2B5EF4-FFF2-40B4-BE49-F238E27FC236}">
                <a16:creationId xmlns:a16="http://schemas.microsoft.com/office/drawing/2014/main" id="{4627731B-135D-BBD3-FD83-166CC2C941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9850" y="1496438"/>
            <a:ext cx="3273306" cy="3649680"/>
          </a:xfrm>
          <a:prstGeom prst="rect">
            <a:avLst/>
          </a:prstGeom>
        </p:spPr>
      </p:pic>
      <p:sp>
        <p:nvSpPr>
          <p:cNvPr id="4" name="Ellipse 3">
            <a:extLst>
              <a:ext uri="{FF2B5EF4-FFF2-40B4-BE49-F238E27FC236}">
                <a16:creationId xmlns:a16="http://schemas.microsoft.com/office/drawing/2014/main" id="{0DAB2CC2-7790-5D0C-661E-62AEA64DDEE1}"/>
              </a:ext>
            </a:extLst>
          </p:cNvPr>
          <p:cNvSpPr/>
          <p:nvPr/>
        </p:nvSpPr>
        <p:spPr>
          <a:xfrm>
            <a:off x="833675" y="1324387"/>
            <a:ext cx="413886" cy="344102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5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9" name="Grafik 8" descr="Ein Bild, das Entwurf, Zeichnung, Haus, Kunst enthält.&#10;&#10;KI-generierte Inhalte können fehlerhaft sein.">
            <a:extLst>
              <a:ext uri="{FF2B5EF4-FFF2-40B4-BE49-F238E27FC236}">
                <a16:creationId xmlns:a16="http://schemas.microsoft.com/office/drawing/2014/main" id="{6D589CA0-C307-4621-3094-7EAF5E1DD9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4495" y="943727"/>
            <a:ext cx="6977434" cy="2097014"/>
          </a:xfrm>
          <a:prstGeom prst="rect">
            <a:avLst/>
          </a:prstGeom>
        </p:spPr>
      </p:pic>
      <p:sp>
        <p:nvSpPr>
          <p:cNvPr id="15" name="Ellipse 14">
            <a:extLst>
              <a:ext uri="{FF2B5EF4-FFF2-40B4-BE49-F238E27FC236}">
                <a16:creationId xmlns:a16="http://schemas.microsoft.com/office/drawing/2014/main" id="{103CD5E8-F764-DFF1-5154-F8504D11A614}"/>
              </a:ext>
            </a:extLst>
          </p:cNvPr>
          <p:cNvSpPr/>
          <p:nvPr/>
        </p:nvSpPr>
        <p:spPr>
          <a:xfrm>
            <a:off x="4528925" y="886485"/>
            <a:ext cx="413886" cy="344102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6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8" name="Grafik 17" descr="Ein Bild, das Entwurf, Zeichnung, Kunst, Tinte enthält.&#10;&#10;KI-generierte Inhalte können fehlerhaft sein.">
            <a:extLst>
              <a:ext uri="{FF2B5EF4-FFF2-40B4-BE49-F238E27FC236}">
                <a16:creationId xmlns:a16="http://schemas.microsoft.com/office/drawing/2014/main" id="{358583A5-6AEA-E472-4396-F54EE36A46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4495" y="3188912"/>
            <a:ext cx="7173332" cy="2411437"/>
          </a:xfrm>
          <a:prstGeom prst="rect">
            <a:avLst/>
          </a:prstGeom>
        </p:spPr>
      </p:pic>
      <p:sp>
        <p:nvSpPr>
          <p:cNvPr id="19" name="Ellipse 18">
            <a:extLst>
              <a:ext uri="{FF2B5EF4-FFF2-40B4-BE49-F238E27FC236}">
                <a16:creationId xmlns:a16="http://schemas.microsoft.com/office/drawing/2014/main" id="{A6929CBC-BB45-4D05-A57B-9BEF50E5C334}"/>
              </a:ext>
            </a:extLst>
          </p:cNvPr>
          <p:cNvSpPr/>
          <p:nvPr/>
        </p:nvSpPr>
        <p:spPr>
          <a:xfrm>
            <a:off x="4542659" y="3110043"/>
            <a:ext cx="413886" cy="344102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7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43F2C4C1-2AF1-5032-9659-F5094F337F1F}"/>
              </a:ext>
            </a:extLst>
          </p:cNvPr>
          <p:cNvSpPr txBox="1"/>
          <p:nvPr/>
        </p:nvSpPr>
        <p:spPr>
          <a:xfrm>
            <a:off x="7358860" y="3188912"/>
            <a:ext cx="2076652" cy="276999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University/Universidade</a:t>
            </a:r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6CF0E087-E161-6FBB-2252-0405850C4CBE}"/>
              </a:ext>
            </a:extLst>
          </p:cNvPr>
          <p:cNvSpPr txBox="1"/>
          <p:nvPr/>
        </p:nvSpPr>
        <p:spPr>
          <a:xfrm>
            <a:off x="7452926" y="943727"/>
            <a:ext cx="1400572" cy="307777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school/Escola</a:t>
            </a:r>
          </a:p>
        </p:txBody>
      </p:sp>
    </p:spTree>
    <p:extLst>
      <p:ext uri="{BB962C8B-B14F-4D97-AF65-F5344CB8AC3E}">
        <p14:creationId xmlns:p14="http://schemas.microsoft.com/office/powerpoint/2010/main" val="18740626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CB57DF-3421-314E-B5AA-3AE741C30E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feld 4">
            <a:extLst>
              <a:ext uri="{FF2B5EF4-FFF2-40B4-BE49-F238E27FC236}">
                <a16:creationId xmlns:a16="http://schemas.microsoft.com/office/drawing/2014/main" id="{CE1CD008-B69D-A4DD-0D47-02DDBE54237A}"/>
              </a:ext>
            </a:extLst>
          </p:cNvPr>
          <p:cNvSpPr txBox="1"/>
          <p:nvPr/>
        </p:nvSpPr>
        <p:spPr>
          <a:xfrm>
            <a:off x="802907" y="5732191"/>
            <a:ext cx="808121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Ref: [F81] Frerie, Paulo, Der Lehrer ist Politiker und Künstler: Neue Texte zu befreiender Bildungsarbeit 1280-ISBN: 3499174464 Rowohlt Taschenbuch; 1. Edition: 1. Oktober (1981) 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4" name="Grafik 3" descr="Ein Bild, das Entwurf, Zeichnung, Cartoon, Darstellung enthält.&#10;&#10;KI-generierte Inhalte können fehlerhaft sein.">
            <a:extLst>
              <a:ext uri="{FF2B5EF4-FFF2-40B4-BE49-F238E27FC236}">
                <a16:creationId xmlns:a16="http://schemas.microsoft.com/office/drawing/2014/main" id="{1BCDEBB3-D929-B5D3-8304-98CE9B51FA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446" y="898240"/>
            <a:ext cx="3416476" cy="4578585"/>
          </a:xfrm>
          <a:prstGeom prst="rect">
            <a:avLst/>
          </a:prstGeom>
        </p:spPr>
      </p:pic>
      <p:sp>
        <p:nvSpPr>
          <p:cNvPr id="6" name="Textfeld 5">
            <a:extLst>
              <a:ext uri="{FF2B5EF4-FFF2-40B4-BE49-F238E27FC236}">
                <a16:creationId xmlns:a16="http://schemas.microsoft.com/office/drawing/2014/main" id="{28DA6284-F241-DA1B-35A7-9960ED923FC0}"/>
              </a:ext>
            </a:extLst>
          </p:cNvPr>
          <p:cNvSpPr txBox="1"/>
          <p:nvPr/>
        </p:nvSpPr>
        <p:spPr>
          <a:xfrm>
            <a:off x="802907" y="380583"/>
            <a:ext cx="609760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can you describe your interpretation of these codifications ? 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1241CD8A-AC87-757A-075E-2CC8AD288E1B}"/>
              </a:ext>
            </a:extLst>
          </p:cNvPr>
          <p:cNvSpPr txBox="1"/>
          <p:nvPr/>
        </p:nvSpPr>
        <p:spPr>
          <a:xfrm>
            <a:off x="802907" y="94440"/>
            <a:ext cx="55617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Você poderia descrever sua interpretação dessas codificações?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91A0EF78-6556-29F9-8FD5-22113319C1AE}"/>
              </a:ext>
            </a:extLst>
          </p:cNvPr>
          <p:cNvSpPr/>
          <p:nvPr/>
        </p:nvSpPr>
        <p:spPr>
          <a:xfrm>
            <a:off x="1774503" y="726189"/>
            <a:ext cx="413886" cy="344102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8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0" name="Grafik 9" descr="Ein Bild, das Text, Entwurf, Zeichnung, Cartoon enthält.&#10;&#10;KI-generierte Inhalte können fehlerhaft sein.">
            <a:extLst>
              <a:ext uri="{FF2B5EF4-FFF2-40B4-BE49-F238E27FC236}">
                <a16:creationId xmlns:a16="http://schemas.microsoft.com/office/drawing/2014/main" id="{FE20AD66-6114-5E5B-711D-2FBECEEDBA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4611" y="943726"/>
            <a:ext cx="3562533" cy="4426177"/>
          </a:xfrm>
          <a:prstGeom prst="rect">
            <a:avLst/>
          </a:prstGeom>
        </p:spPr>
      </p:pic>
      <p:sp>
        <p:nvSpPr>
          <p:cNvPr id="13" name="Textfeld 12">
            <a:extLst>
              <a:ext uri="{FF2B5EF4-FFF2-40B4-BE49-F238E27FC236}">
                <a16:creationId xmlns:a16="http://schemas.microsoft.com/office/drawing/2014/main" id="{2EE9CDF4-83A7-AA05-8D40-22B30F9BD6C3}"/>
              </a:ext>
            </a:extLst>
          </p:cNvPr>
          <p:cNvSpPr txBox="1"/>
          <p:nvPr/>
        </p:nvSpPr>
        <p:spPr>
          <a:xfrm>
            <a:off x="8145485" y="1817285"/>
            <a:ext cx="109908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Repressão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65BFDF36-BDEF-78D4-206A-64391C7C8F8A}"/>
              </a:ext>
            </a:extLst>
          </p:cNvPr>
          <p:cNvSpPr txBox="1"/>
          <p:nvPr/>
        </p:nvSpPr>
        <p:spPr>
          <a:xfrm>
            <a:off x="8217184" y="3516650"/>
            <a:ext cx="95569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Consenso</a:t>
            </a:r>
          </a:p>
        </p:txBody>
      </p:sp>
      <p:sp>
        <p:nvSpPr>
          <p:cNvPr id="15" name="Ellipse 14">
            <a:extLst>
              <a:ext uri="{FF2B5EF4-FFF2-40B4-BE49-F238E27FC236}">
                <a16:creationId xmlns:a16="http://schemas.microsoft.com/office/drawing/2014/main" id="{BA81929F-F471-2207-B3CF-4140289BF467}"/>
              </a:ext>
            </a:extLst>
          </p:cNvPr>
          <p:cNvSpPr/>
          <p:nvPr/>
        </p:nvSpPr>
        <p:spPr>
          <a:xfrm>
            <a:off x="6557668" y="756559"/>
            <a:ext cx="413886" cy="344102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9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60363037"/>
      </p:ext>
    </p:extLst>
  </p:cSld>
  <p:clrMapOvr>
    <a:masterClrMapping/>
  </p:clrMapOvr>
</p:sld>
</file>

<file path=ppt/theme/theme1.xml><?xml version="1.0" encoding="utf-8"?>
<a:theme xmlns:a="http://schemas.openxmlformats.org/drawingml/2006/main" name="5_Larissa">
  <a:themeElements>
    <a:clrScheme name="ICS">
      <a:dk1>
        <a:srgbClr val="000000"/>
      </a:dk1>
      <a:lt1>
        <a:srgbClr val="FFFFFF"/>
      </a:lt1>
      <a:dk2>
        <a:srgbClr val="FFFFFF"/>
      </a:dk2>
      <a:lt2>
        <a:srgbClr val="003359"/>
      </a:lt2>
      <a:accent1>
        <a:srgbClr val="FF7900"/>
      </a:accent1>
      <a:accent2>
        <a:srgbClr val="FFC000"/>
      </a:accent2>
      <a:accent3>
        <a:srgbClr val="FFBC7F"/>
      </a:accent3>
      <a:accent4>
        <a:srgbClr val="9E6422"/>
      </a:accent4>
      <a:accent5>
        <a:srgbClr val="B4DCDC"/>
      </a:accent5>
      <a:accent6>
        <a:srgbClr val="00747A"/>
      </a:accent6>
      <a:hlink>
        <a:srgbClr val="00747A"/>
      </a:hlink>
      <a:folHlink>
        <a:srgbClr val="78B6AB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195</Words>
  <Application>Microsoft Office PowerPoint</Application>
  <PresentationFormat>Breitbild</PresentationFormat>
  <Paragraphs>29</Paragraphs>
  <Slides>4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7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4</vt:i4>
      </vt:variant>
    </vt:vector>
  </HeadingPairs>
  <TitlesOfParts>
    <vt:vector size="12" baseType="lpstr">
      <vt:lpstr>ＭＳ Ｐゴシック</vt:lpstr>
      <vt:lpstr>Aptos</vt:lpstr>
      <vt:lpstr>Arial</vt:lpstr>
      <vt:lpstr>Calibri</vt:lpstr>
      <vt:lpstr>Humnst777 BT</vt:lpstr>
      <vt:lpstr>Wingdings</vt:lpstr>
      <vt:lpstr>Wingdings 3</vt:lpstr>
      <vt:lpstr>5_Larissa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wassim.mahfouz</dc:creator>
  <cp:lastModifiedBy>wassim.mahfouz</cp:lastModifiedBy>
  <cp:revision>4</cp:revision>
  <dcterms:created xsi:type="dcterms:W3CDTF">2026-02-12T00:11:21Z</dcterms:created>
  <dcterms:modified xsi:type="dcterms:W3CDTF">2026-02-12T00:14:47Z</dcterms:modified>
</cp:coreProperties>
</file>